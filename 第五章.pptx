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2"/>
  </p:notesMasterIdLst>
  <p:sldIdLst>
    <p:sldId id="303" r:id="rId3"/>
    <p:sldId id="313" r:id="rId4"/>
    <p:sldId id="256" r:id="rId5"/>
    <p:sldId id="257" r:id="rId6"/>
    <p:sldId id="258" r:id="rId7"/>
    <p:sldId id="259" r:id="rId8"/>
    <p:sldId id="260" r:id="rId9"/>
    <p:sldId id="261" r:id="rId10"/>
    <p:sldId id="384" r:id="rId11"/>
    <p:sldId id="262" r:id="rId12"/>
    <p:sldId id="263" r:id="rId13"/>
    <p:sldId id="264" r:id="rId14"/>
    <p:sldId id="315" r:id="rId15"/>
    <p:sldId id="265" r:id="rId16"/>
    <p:sldId id="266" r:id="rId17"/>
    <p:sldId id="267" r:id="rId18"/>
    <p:sldId id="273" r:id="rId19"/>
    <p:sldId id="304" r:id="rId20"/>
    <p:sldId id="274" r:id="rId21"/>
    <p:sldId id="275" r:id="rId22"/>
    <p:sldId id="306" r:id="rId23"/>
    <p:sldId id="277" r:id="rId24"/>
    <p:sldId id="278" r:id="rId25"/>
    <p:sldId id="280" r:id="rId26"/>
    <p:sldId id="279" r:id="rId27"/>
    <p:sldId id="281" r:id="rId28"/>
    <p:sldId id="282" r:id="rId29"/>
    <p:sldId id="283" r:id="rId30"/>
    <p:sldId id="284" r:id="rId31"/>
    <p:sldId id="287" r:id="rId32"/>
    <p:sldId id="288" r:id="rId33"/>
    <p:sldId id="289" r:id="rId34"/>
    <p:sldId id="290" r:id="rId35"/>
    <p:sldId id="308" r:id="rId36"/>
    <p:sldId id="291" r:id="rId37"/>
    <p:sldId id="292" r:id="rId38"/>
    <p:sldId id="293" r:id="rId39"/>
    <p:sldId id="294" r:id="rId40"/>
    <p:sldId id="309" r:id="rId41"/>
    <p:sldId id="310" r:id="rId42"/>
    <p:sldId id="307" r:id="rId43"/>
    <p:sldId id="295" r:id="rId44"/>
    <p:sldId id="297" r:id="rId45"/>
    <p:sldId id="373" r:id="rId46"/>
    <p:sldId id="285" r:id="rId47"/>
    <p:sldId id="286" r:id="rId48"/>
    <p:sldId id="311" r:id="rId49"/>
    <p:sldId id="380" r:id="rId50"/>
    <p:sldId id="298" r:id="rId51"/>
  </p:sldIdLst>
  <p:sldSz cx="9144000" cy="6858000" type="screen4x3"/>
  <p:notesSz cx="6858000" cy="9144000"/>
  <p:custDataLst>
    <p:tags r:id="rId53"/>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020"/>
    <a:srgbClr val="000000"/>
    <a:srgbClr val="FF3300"/>
    <a:srgbClr val="0000FF"/>
    <a:srgbClr val="333399"/>
    <a:srgbClr val="0784F5"/>
    <a:srgbClr val="6F96F9"/>
    <a:srgbClr val="0066FF"/>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75"/>
    <p:restoredTop sz="86446"/>
  </p:normalViewPr>
  <p:slideViewPr>
    <p:cSldViewPr showGuides="1">
      <p:cViewPr varScale="1">
        <p:scale>
          <a:sx n="55" d="100"/>
          <a:sy n="55" d="100"/>
        </p:scale>
        <p:origin x="1720" y="48"/>
      </p:cViewPr>
      <p:guideLst>
        <p:guide orient="horz" pos="2159"/>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05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1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19"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042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37221"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37222"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23"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latin typeface="Times New Roman" panose="02020603050405020304" pitchFamily="18" charset="0"/>
              </a:rPr>
              <a:t>‹#›</a:t>
            </a:fld>
            <a:endParaRPr lang="zh-CN" altLang="en-US"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zh-CN" altLang="en-US" sz="1200" dirty="0">
                <a:latin typeface="Times New Roman" panose="02020603050405020304" pitchFamily="18" charset="0"/>
              </a:rPr>
              <a:t>5</a:t>
            </a:fld>
            <a:endParaRPr lang="zh-CN" altLang="en-US" sz="1200" dirty="0">
              <a:latin typeface="Times New Roman" panose="02020603050405020304" pitchFamily="18" charset="0"/>
            </a:endParaRPr>
          </a:p>
        </p:txBody>
      </p:sp>
      <p:sp>
        <p:nvSpPr>
          <p:cNvPr id="61443" name="Rectangle 2"/>
          <p:cNvSpPr>
            <a:spLocks noGrp="1" noRot="1" noChangeAspect="1" noTextEdit="1"/>
          </p:cNvSpPr>
          <p:nvPr>
            <p:ph type="sldImg"/>
          </p:nvPr>
        </p:nvSpPr>
        <p:spPr/>
      </p:sp>
      <p:sp>
        <p:nvSpPr>
          <p:cNvPr id="614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8610"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6861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8610"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68611"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5"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05000"/>
            <a:ext cx="4194175" cy="4194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5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609600"/>
            <a:ext cx="2135187" cy="54895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5" y="609600"/>
            <a:ext cx="6253163" cy="54895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Rot="1"/>
          </p:cNvSpPr>
          <p:nvPr>
            <p:ph type="title"/>
          </p:nvPr>
        </p:nvSpPr>
        <p:spPr>
          <a:xfrm>
            <a:off x="301625" y="6096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43011" name="Rectangle 3"/>
          <p:cNvSpPr>
            <a:spLocks noGrp="1" noRot="1"/>
          </p:cNvSpPr>
          <p:nvPr>
            <p:ph type="body" idx="1"/>
          </p:nvPr>
        </p:nvSpPr>
        <p:spPr>
          <a:xfrm>
            <a:off x="301625" y="1905000"/>
            <a:ext cx="8540750" cy="41941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7588"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eaLnBrk="1" hangingPunct="1">
              <a:defRPr sz="14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58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b="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590"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Rot="1"/>
          </p:cNvSpPr>
          <p:nvPr>
            <p:ph type="title"/>
          </p:nvPr>
        </p:nvSpPr>
        <p:spPr>
          <a:xfrm>
            <a:off x="301625" y="609600"/>
            <a:ext cx="8540750" cy="1143000"/>
          </a:xfrm>
          <a:prstGeom prst="rect">
            <a:avLst/>
          </a:prstGeom>
          <a:noFill/>
          <a:ln w="9525">
            <a:noFill/>
          </a:ln>
        </p:spPr>
        <p:txBody>
          <a:bodyPr anchor="ctr" anchorCtr="0"/>
          <a:lstStyle/>
          <a:p>
            <a:pPr lvl="0"/>
            <a:r>
              <a:rPr lang="zh-CN" altLang="en-US" dirty="0"/>
              <a:t>单击此处编辑母版标题样式</a:t>
            </a:r>
          </a:p>
        </p:txBody>
      </p:sp>
      <p:sp>
        <p:nvSpPr>
          <p:cNvPr id="43011" name="Rectangle 3"/>
          <p:cNvSpPr>
            <a:spLocks noGrp="1" noRot="1"/>
          </p:cNvSpPr>
          <p:nvPr>
            <p:ph type="body" idx="1"/>
          </p:nvPr>
        </p:nvSpPr>
        <p:spPr>
          <a:xfrm>
            <a:off x="301625" y="1905000"/>
            <a:ext cx="8540750" cy="41941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7588" name="Rectangle 4"/>
          <p:cNvSpPr>
            <a:spLocks noGrp="1" noChangeArrowheads="1"/>
          </p:cNvSpPr>
          <p:nvPr>
            <p:ph type="dt" sz="half" idx="2"/>
          </p:nvPr>
        </p:nvSpPr>
        <p:spPr bwMode="auto">
          <a:xfrm>
            <a:off x="301625" y="6245225"/>
            <a:ext cx="2289175" cy="476250"/>
          </a:xfrm>
          <a:prstGeom prst="rect">
            <a:avLst/>
          </a:prstGeom>
          <a:noFill/>
          <a:ln>
            <a:noFill/>
          </a:ln>
          <a:effectLst/>
        </p:spPr>
        <p:txBody>
          <a:bodyPr vert="horz" wrap="square" lIns="91440" tIns="45720" rIns="91440" bIns="45720" numCol="1" anchor="t" anchorCtr="0" compatLnSpc="1"/>
          <a:lstStyle>
            <a:lvl1pPr eaLnBrk="1" hangingPunct="1">
              <a:defRPr sz="14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58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b="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590" name="Rectangle 6"/>
          <p:cNvSpPr>
            <a:spLocks noGrp="1" noChangeArrowheads="1"/>
          </p:cNvSpPr>
          <p:nvPr>
            <p:ph type="sldNum" sz="quarter" idx="4"/>
          </p:nvPr>
        </p:nvSpPr>
        <p:spPr bwMode="auto">
          <a:xfrm>
            <a:off x="6553200" y="6245225"/>
            <a:ext cx="2289175" cy="476250"/>
          </a:xfrm>
          <a:prstGeom prst="rect">
            <a:avLst/>
          </a:prstGeom>
          <a:noFill/>
          <a:ln>
            <a:noFill/>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5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w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9.bin"/><Relationship Id="rId18" Type="http://schemas.openxmlformats.org/officeDocument/2006/relationships/image" Target="../media/image11.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8.wmf"/><Relationship Id="rId17" Type="http://schemas.openxmlformats.org/officeDocument/2006/relationships/oleObject" Target="../embeddings/oleObject11.bin"/><Relationship Id="rId2" Type="http://schemas.openxmlformats.org/officeDocument/2006/relationships/notesSlide" Target="../notesSlides/notesSlide1.xml"/><Relationship Id="rId16" Type="http://schemas.openxmlformats.org/officeDocument/2006/relationships/image" Target="../media/image10.wmf"/><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8.bin"/><Relationship Id="rId5" Type="http://schemas.openxmlformats.org/officeDocument/2006/relationships/oleObject" Target="../embeddings/oleObject5.bin"/><Relationship Id="rId15" Type="http://schemas.openxmlformats.org/officeDocument/2006/relationships/oleObject" Target="../embeddings/oleObject10.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7.bin"/><Relationship Id="rId14" Type="http://schemas.openxmlformats.org/officeDocument/2006/relationships/image" Target="../media/image9.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4.wmf"/><Relationship Id="rId12" Type="http://schemas.openxmlformats.org/officeDocument/2006/relationships/oleObject" Target="../embeddings/oleObject17.bin"/><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16.wmf"/><Relationship Id="rId5" Type="http://schemas.openxmlformats.org/officeDocument/2006/relationships/image" Target="../media/image13.wmf"/><Relationship Id="rId15" Type="http://schemas.openxmlformats.org/officeDocument/2006/relationships/image" Target="../media/image18.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5.wmf"/><Relationship Id="rId14" Type="http://schemas.openxmlformats.org/officeDocument/2006/relationships/oleObject" Target="../embeddings/oleObject18.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24.wmf"/><Relationship Id="rId18" Type="http://schemas.openxmlformats.org/officeDocument/2006/relationships/oleObject" Target="../embeddings/oleObject27.bin"/><Relationship Id="rId3" Type="http://schemas.openxmlformats.org/officeDocument/2006/relationships/image" Target="../media/image19.wmf"/><Relationship Id="rId7" Type="http://schemas.openxmlformats.org/officeDocument/2006/relationships/image" Target="../media/image21.wmf"/><Relationship Id="rId12" Type="http://schemas.openxmlformats.org/officeDocument/2006/relationships/oleObject" Target="../embeddings/oleObject24.bin"/><Relationship Id="rId17" Type="http://schemas.openxmlformats.org/officeDocument/2006/relationships/image" Target="../media/image26.wmf"/><Relationship Id="rId2" Type="http://schemas.openxmlformats.org/officeDocument/2006/relationships/oleObject" Target="../embeddings/oleObject19.bin"/><Relationship Id="rId16" Type="http://schemas.openxmlformats.org/officeDocument/2006/relationships/oleObject" Target="../embeddings/oleObject26.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10" Type="http://schemas.openxmlformats.org/officeDocument/2006/relationships/oleObject" Target="../embeddings/oleObject23.bin"/><Relationship Id="rId19" Type="http://schemas.openxmlformats.org/officeDocument/2006/relationships/image" Target="../media/image27.wmf"/><Relationship Id="rId4" Type="http://schemas.openxmlformats.org/officeDocument/2006/relationships/oleObject" Target="../embeddings/oleObject20.bin"/><Relationship Id="rId9" Type="http://schemas.openxmlformats.org/officeDocument/2006/relationships/image" Target="../media/image22.wmf"/><Relationship Id="rId14" Type="http://schemas.openxmlformats.org/officeDocument/2006/relationships/oleObject" Target="../embeddings/oleObject25.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28.wmf"/><Relationship Id="rId7" Type="http://schemas.openxmlformats.org/officeDocument/2006/relationships/image" Target="../media/image30.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5" Type="http://schemas.openxmlformats.org/officeDocument/2006/relationships/image" Target="../media/image29.wmf"/><Relationship Id="rId4" Type="http://schemas.openxmlformats.org/officeDocument/2006/relationships/oleObject" Target="../embeddings/oleObject29.bin"/><Relationship Id="rId9" Type="http://schemas.openxmlformats.org/officeDocument/2006/relationships/image" Target="../media/image31.wmf"/></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7.bin"/><Relationship Id="rId17" Type="http://schemas.openxmlformats.org/officeDocument/2006/relationships/image" Target="../media/image41.wmf"/><Relationship Id="rId2" Type="http://schemas.openxmlformats.org/officeDocument/2006/relationships/oleObject" Target="../embeddings/oleObject32.bin"/><Relationship Id="rId16" Type="http://schemas.openxmlformats.org/officeDocument/2006/relationships/oleObject" Target="../embeddings/oleObject39.bin"/><Relationship Id="rId1" Type="http://schemas.openxmlformats.org/officeDocument/2006/relationships/slideLayout" Target="../slideLayouts/slideLayout2.xml"/><Relationship Id="rId6" Type="http://schemas.openxmlformats.org/officeDocument/2006/relationships/oleObject" Target="../embeddings/oleObject34.bin"/><Relationship Id="rId11" Type="http://schemas.openxmlformats.org/officeDocument/2006/relationships/image" Target="../media/image38.wmf"/><Relationship Id="rId5" Type="http://schemas.openxmlformats.org/officeDocument/2006/relationships/image" Target="../media/image35.wmf"/><Relationship Id="rId15" Type="http://schemas.openxmlformats.org/officeDocument/2006/relationships/image" Target="../media/image40.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7.wmf"/><Relationship Id="rId14" Type="http://schemas.openxmlformats.org/officeDocument/2006/relationships/oleObject" Target="../embeddings/oleObject38.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42.wmf"/><Relationship Id="rId7" Type="http://schemas.openxmlformats.org/officeDocument/2006/relationships/image" Target="../media/image44.wmf"/><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11" Type="http://schemas.openxmlformats.org/officeDocument/2006/relationships/image" Target="../media/image46.wmf"/><Relationship Id="rId5" Type="http://schemas.openxmlformats.org/officeDocument/2006/relationships/image" Target="../media/image43.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5.wmf"/></Relationships>
</file>

<file path=ppt/slides/_rels/slide12.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45.bin"/><Relationship Id="rId1" Type="http://schemas.openxmlformats.org/officeDocument/2006/relationships/slideLayout" Target="../slideLayouts/slideLayout2.xml"/><Relationship Id="rId5" Type="http://schemas.openxmlformats.org/officeDocument/2006/relationships/image" Target="../media/image48.wmf"/><Relationship Id="rId4" Type="http://schemas.openxmlformats.org/officeDocument/2006/relationships/oleObject" Target="../embeddings/oleObject46.bin"/></Relationships>
</file>

<file path=ppt/slides/_rels/slide1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50.wmf"/><Relationship Id="rId7" Type="http://schemas.openxmlformats.org/officeDocument/2006/relationships/image" Target="../media/image52.wmf"/><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5" Type="http://schemas.openxmlformats.org/officeDocument/2006/relationships/image" Target="../media/image51.wmf"/><Relationship Id="rId4" Type="http://schemas.openxmlformats.org/officeDocument/2006/relationships/oleObject" Target="../embeddings/oleObject48.bin"/><Relationship Id="rId9" Type="http://schemas.openxmlformats.org/officeDocument/2006/relationships/image" Target="../media/image53.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59.wmf"/><Relationship Id="rId18" Type="http://schemas.openxmlformats.org/officeDocument/2006/relationships/image" Target="../media/image62.jpeg"/><Relationship Id="rId26" Type="http://schemas.openxmlformats.org/officeDocument/2006/relationships/image" Target="../media/image66.wmf"/><Relationship Id="rId3" Type="http://schemas.openxmlformats.org/officeDocument/2006/relationships/image" Target="../media/image54.wmf"/><Relationship Id="rId21" Type="http://schemas.openxmlformats.org/officeDocument/2006/relationships/oleObject" Target="../embeddings/oleObject60.bin"/><Relationship Id="rId34" Type="http://schemas.openxmlformats.org/officeDocument/2006/relationships/oleObject" Target="../embeddings/oleObject67.bin"/><Relationship Id="rId7" Type="http://schemas.openxmlformats.org/officeDocument/2006/relationships/image" Target="../media/image56.wmf"/><Relationship Id="rId12" Type="http://schemas.openxmlformats.org/officeDocument/2006/relationships/oleObject" Target="../embeddings/oleObject56.bin"/><Relationship Id="rId17" Type="http://schemas.openxmlformats.org/officeDocument/2006/relationships/image" Target="../media/image61.wmf"/><Relationship Id="rId25" Type="http://schemas.openxmlformats.org/officeDocument/2006/relationships/oleObject" Target="../embeddings/oleObject62.bin"/><Relationship Id="rId33" Type="http://schemas.openxmlformats.org/officeDocument/2006/relationships/oleObject" Target="../embeddings/oleObject66.bin"/><Relationship Id="rId2" Type="http://schemas.openxmlformats.org/officeDocument/2006/relationships/oleObject" Target="../embeddings/oleObject51.bin"/><Relationship Id="rId16" Type="http://schemas.openxmlformats.org/officeDocument/2006/relationships/oleObject" Target="../embeddings/oleObject58.bin"/><Relationship Id="rId20" Type="http://schemas.openxmlformats.org/officeDocument/2006/relationships/image" Target="../media/image63.wmf"/><Relationship Id="rId29" Type="http://schemas.openxmlformats.org/officeDocument/2006/relationships/oleObject" Target="../embeddings/oleObject64.bin"/><Relationship Id="rId1" Type="http://schemas.openxmlformats.org/officeDocument/2006/relationships/slideLayout" Target="../slideLayouts/slideLayout2.xml"/><Relationship Id="rId6" Type="http://schemas.openxmlformats.org/officeDocument/2006/relationships/oleObject" Target="../embeddings/oleObject53.bin"/><Relationship Id="rId11" Type="http://schemas.openxmlformats.org/officeDocument/2006/relationships/image" Target="../media/image58.wmf"/><Relationship Id="rId24" Type="http://schemas.openxmlformats.org/officeDocument/2006/relationships/image" Target="../media/image65.wmf"/><Relationship Id="rId32" Type="http://schemas.openxmlformats.org/officeDocument/2006/relationships/image" Target="../media/image69.wmf"/><Relationship Id="rId37" Type="http://schemas.openxmlformats.org/officeDocument/2006/relationships/image" Target="../media/image71.wmf"/><Relationship Id="rId5" Type="http://schemas.openxmlformats.org/officeDocument/2006/relationships/image" Target="../media/image55.wmf"/><Relationship Id="rId15" Type="http://schemas.openxmlformats.org/officeDocument/2006/relationships/image" Target="../media/image60.wmf"/><Relationship Id="rId23" Type="http://schemas.openxmlformats.org/officeDocument/2006/relationships/oleObject" Target="../embeddings/oleObject61.bin"/><Relationship Id="rId28" Type="http://schemas.openxmlformats.org/officeDocument/2006/relationships/image" Target="../media/image67.wmf"/><Relationship Id="rId36" Type="http://schemas.openxmlformats.org/officeDocument/2006/relationships/oleObject" Target="../embeddings/oleObject68.bin"/><Relationship Id="rId10" Type="http://schemas.openxmlformats.org/officeDocument/2006/relationships/oleObject" Target="../embeddings/oleObject55.bin"/><Relationship Id="rId19" Type="http://schemas.openxmlformats.org/officeDocument/2006/relationships/oleObject" Target="../embeddings/oleObject59.bin"/><Relationship Id="rId31" Type="http://schemas.openxmlformats.org/officeDocument/2006/relationships/oleObject" Target="../embeddings/oleObject65.bin"/><Relationship Id="rId4" Type="http://schemas.openxmlformats.org/officeDocument/2006/relationships/oleObject" Target="../embeddings/oleObject52.bin"/><Relationship Id="rId9" Type="http://schemas.openxmlformats.org/officeDocument/2006/relationships/image" Target="../media/image57.wmf"/><Relationship Id="rId14" Type="http://schemas.openxmlformats.org/officeDocument/2006/relationships/oleObject" Target="../embeddings/oleObject57.bin"/><Relationship Id="rId22" Type="http://schemas.openxmlformats.org/officeDocument/2006/relationships/image" Target="../media/image64.wmf"/><Relationship Id="rId27" Type="http://schemas.openxmlformats.org/officeDocument/2006/relationships/oleObject" Target="../embeddings/oleObject63.bin"/><Relationship Id="rId30" Type="http://schemas.openxmlformats.org/officeDocument/2006/relationships/image" Target="../media/image68.wmf"/><Relationship Id="rId35" Type="http://schemas.openxmlformats.org/officeDocument/2006/relationships/image" Target="../media/image70.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77.wmf"/><Relationship Id="rId18" Type="http://schemas.openxmlformats.org/officeDocument/2006/relationships/oleObject" Target="../embeddings/oleObject77.bin"/><Relationship Id="rId3" Type="http://schemas.openxmlformats.org/officeDocument/2006/relationships/image" Target="../media/image72.wmf"/><Relationship Id="rId21" Type="http://schemas.openxmlformats.org/officeDocument/2006/relationships/image" Target="../media/image81.wmf"/><Relationship Id="rId7" Type="http://schemas.openxmlformats.org/officeDocument/2006/relationships/image" Target="../media/image74.wmf"/><Relationship Id="rId12" Type="http://schemas.openxmlformats.org/officeDocument/2006/relationships/oleObject" Target="../embeddings/oleObject74.bin"/><Relationship Id="rId17" Type="http://schemas.openxmlformats.org/officeDocument/2006/relationships/image" Target="../media/image79.wmf"/><Relationship Id="rId2" Type="http://schemas.openxmlformats.org/officeDocument/2006/relationships/oleObject" Target="../embeddings/oleObject69.bin"/><Relationship Id="rId16" Type="http://schemas.openxmlformats.org/officeDocument/2006/relationships/oleObject" Target="../embeddings/oleObject76.bin"/><Relationship Id="rId20" Type="http://schemas.openxmlformats.org/officeDocument/2006/relationships/oleObject" Target="../embeddings/oleObject78.bin"/><Relationship Id="rId1" Type="http://schemas.openxmlformats.org/officeDocument/2006/relationships/slideLayout" Target="../slideLayouts/slideLayout2.xml"/><Relationship Id="rId6" Type="http://schemas.openxmlformats.org/officeDocument/2006/relationships/oleObject" Target="../embeddings/oleObject71.bin"/><Relationship Id="rId11" Type="http://schemas.openxmlformats.org/officeDocument/2006/relationships/image" Target="../media/image76.wmf"/><Relationship Id="rId5" Type="http://schemas.openxmlformats.org/officeDocument/2006/relationships/image" Target="../media/image73.wmf"/><Relationship Id="rId15" Type="http://schemas.openxmlformats.org/officeDocument/2006/relationships/image" Target="../media/image78.wmf"/><Relationship Id="rId10" Type="http://schemas.openxmlformats.org/officeDocument/2006/relationships/oleObject" Target="../embeddings/oleObject73.bin"/><Relationship Id="rId19" Type="http://schemas.openxmlformats.org/officeDocument/2006/relationships/image" Target="../media/image80.wmf"/><Relationship Id="rId4" Type="http://schemas.openxmlformats.org/officeDocument/2006/relationships/oleObject" Target="../embeddings/oleObject70.bin"/><Relationship Id="rId9" Type="http://schemas.openxmlformats.org/officeDocument/2006/relationships/image" Target="../media/image75.wmf"/><Relationship Id="rId14" Type="http://schemas.openxmlformats.org/officeDocument/2006/relationships/oleObject" Target="../embeddings/oleObject75.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82.bin"/><Relationship Id="rId13" Type="http://schemas.openxmlformats.org/officeDocument/2006/relationships/image" Target="../media/image87.wmf"/><Relationship Id="rId18" Type="http://schemas.openxmlformats.org/officeDocument/2006/relationships/oleObject" Target="../embeddings/oleObject87.bin"/><Relationship Id="rId26" Type="http://schemas.openxmlformats.org/officeDocument/2006/relationships/oleObject" Target="../embeddings/oleObject91.bin"/><Relationship Id="rId3" Type="http://schemas.openxmlformats.org/officeDocument/2006/relationships/image" Target="../media/image82.wmf"/><Relationship Id="rId21" Type="http://schemas.openxmlformats.org/officeDocument/2006/relationships/image" Target="../media/image91.wmf"/><Relationship Id="rId7" Type="http://schemas.openxmlformats.org/officeDocument/2006/relationships/image" Target="../media/image84.wmf"/><Relationship Id="rId12" Type="http://schemas.openxmlformats.org/officeDocument/2006/relationships/oleObject" Target="../embeddings/oleObject84.bin"/><Relationship Id="rId17" Type="http://schemas.openxmlformats.org/officeDocument/2006/relationships/image" Target="../media/image89.wmf"/><Relationship Id="rId25" Type="http://schemas.openxmlformats.org/officeDocument/2006/relationships/image" Target="../media/image93.wmf"/><Relationship Id="rId2" Type="http://schemas.openxmlformats.org/officeDocument/2006/relationships/oleObject" Target="../embeddings/oleObject79.bin"/><Relationship Id="rId16" Type="http://schemas.openxmlformats.org/officeDocument/2006/relationships/oleObject" Target="../embeddings/oleObject86.bin"/><Relationship Id="rId20" Type="http://schemas.openxmlformats.org/officeDocument/2006/relationships/oleObject" Target="../embeddings/oleObject88.bin"/><Relationship Id="rId29" Type="http://schemas.openxmlformats.org/officeDocument/2006/relationships/image" Target="../media/image95.wmf"/><Relationship Id="rId1" Type="http://schemas.openxmlformats.org/officeDocument/2006/relationships/slideLayout" Target="../slideLayouts/slideLayout7.xml"/><Relationship Id="rId6" Type="http://schemas.openxmlformats.org/officeDocument/2006/relationships/oleObject" Target="../embeddings/oleObject81.bin"/><Relationship Id="rId11" Type="http://schemas.openxmlformats.org/officeDocument/2006/relationships/image" Target="../media/image86.wmf"/><Relationship Id="rId24" Type="http://schemas.openxmlformats.org/officeDocument/2006/relationships/oleObject" Target="../embeddings/oleObject90.bin"/><Relationship Id="rId5" Type="http://schemas.openxmlformats.org/officeDocument/2006/relationships/image" Target="../media/image83.wmf"/><Relationship Id="rId15" Type="http://schemas.openxmlformats.org/officeDocument/2006/relationships/image" Target="../media/image88.wmf"/><Relationship Id="rId23" Type="http://schemas.openxmlformats.org/officeDocument/2006/relationships/image" Target="../media/image92.wmf"/><Relationship Id="rId28" Type="http://schemas.openxmlformats.org/officeDocument/2006/relationships/oleObject" Target="../embeddings/oleObject92.bin"/><Relationship Id="rId10" Type="http://schemas.openxmlformats.org/officeDocument/2006/relationships/oleObject" Target="../embeddings/oleObject83.bin"/><Relationship Id="rId19" Type="http://schemas.openxmlformats.org/officeDocument/2006/relationships/image" Target="../media/image90.wmf"/><Relationship Id="rId4" Type="http://schemas.openxmlformats.org/officeDocument/2006/relationships/oleObject" Target="../embeddings/oleObject80.bin"/><Relationship Id="rId9" Type="http://schemas.openxmlformats.org/officeDocument/2006/relationships/image" Target="../media/image85.wmf"/><Relationship Id="rId14" Type="http://schemas.openxmlformats.org/officeDocument/2006/relationships/oleObject" Target="../embeddings/oleObject85.bin"/><Relationship Id="rId22" Type="http://schemas.openxmlformats.org/officeDocument/2006/relationships/oleObject" Target="../embeddings/oleObject89.bin"/><Relationship Id="rId27" Type="http://schemas.openxmlformats.org/officeDocument/2006/relationships/image" Target="../media/image94.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101.wmf"/><Relationship Id="rId3" Type="http://schemas.openxmlformats.org/officeDocument/2006/relationships/image" Target="../media/image96.wmf"/><Relationship Id="rId7" Type="http://schemas.openxmlformats.org/officeDocument/2006/relationships/image" Target="../media/image98.wmf"/><Relationship Id="rId12" Type="http://schemas.openxmlformats.org/officeDocument/2006/relationships/oleObject" Target="../embeddings/oleObject98.bin"/><Relationship Id="rId17" Type="http://schemas.openxmlformats.org/officeDocument/2006/relationships/image" Target="../media/image103.wmf"/><Relationship Id="rId2" Type="http://schemas.openxmlformats.org/officeDocument/2006/relationships/oleObject" Target="../embeddings/oleObject93.bin"/><Relationship Id="rId16" Type="http://schemas.openxmlformats.org/officeDocument/2006/relationships/oleObject" Target="../embeddings/oleObject100.bin"/><Relationship Id="rId1" Type="http://schemas.openxmlformats.org/officeDocument/2006/relationships/slideLayout" Target="../slideLayouts/slideLayout2.xml"/><Relationship Id="rId6" Type="http://schemas.openxmlformats.org/officeDocument/2006/relationships/oleObject" Target="../embeddings/oleObject95.bin"/><Relationship Id="rId11" Type="http://schemas.openxmlformats.org/officeDocument/2006/relationships/image" Target="../media/image100.wmf"/><Relationship Id="rId5" Type="http://schemas.openxmlformats.org/officeDocument/2006/relationships/image" Target="../media/image97.wmf"/><Relationship Id="rId15" Type="http://schemas.openxmlformats.org/officeDocument/2006/relationships/image" Target="../media/image102.w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99.wmf"/><Relationship Id="rId14" Type="http://schemas.openxmlformats.org/officeDocument/2006/relationships/oleObject" Target="../embeddings/oleObject99.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109.wmf"/><Relationship Id="rId3" Type="http://schemas.openxmlformats.org/officeDocument/2006/relationships/image" Target="../media/image104.wmf"/><Relationship Id="rId7" Type="http://schemas.openxmlformats.org/officeDocument/2006/relationships/image" Target="../media/image106.wmf"/><Relationship Id="rId12" Type="http://schemas.openxmlformats.org/officeDocument/2006/relationships/oleObject" Target="../embeddings/oleObject106.bin"/><Relationship Id="rId2" Type="http://schemas.openxmlformats.org/officeDocument/2006/relationships/oleObject" Target="../embeddings/oleObject101.bin"/><Relationship Id="rId1" Type="http://schemas.openxmlformats.org/officeDocument/2006/relationships/slideLayout" Target="../slideLayouts/slideLayout2.xml"/><Relationship Id="rId6" Type="http://schemas.openxmlformats.org/officeDocument/2006/relationships/oleObject" Target="../embeddings/oleObject103.bin"/><Relationship Id="rId11" Type="http://schemas.openxmlformats.org/officeDocument/2006/relationships/image" Target="../media/image108.wmf"/><Relationship Id="rId5" Type="http://schemas.openxmlformats.org/officeDocument/2006/relationships/image" Target="../media/image105.wmf"/><Relationship Id="rId15" Type="http://schemas.openxmlformats.org/officeDocument/2006/relationships/image" Target="../media/image110.wmf"/><Relationship Id="rId10" Type="http://schemas.openxmlformats.org/officeDocument/2006/relationships/oleObject" Target="../embeddings/oleObject105.bin"/><Relationship Id="rId4" Type="http://schemas.openxmlformats.org/officeDocument/2006/relationships/oleObject" Target="../embeddings/oleObject102.bin"/><Relationship Id="rId9" Type="http://schemas.openxmlformats.org/officeDocument/2006/relationships/image" Target="../media/image107.wmf"/><Relationship Id="rId14" Type="http://schemas.openxmlformats.org/officeDocument/2006/relationships/oleObject" Target="../embeddings/oleObject107.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16.wmf"/><Relationship Id="rId18" Type="http://schemas.openxmlformats.org/officeDocument/2006/relationships/oleObject" Target="../embeddings/oleObject116.bin"/><Relationship Id="rId3" Type="http://schemas.openxmlformats.org/officeDocument/2006/relationships/image" Target="../media/image111.wmf"/><Relationship Id="rId21" Type="http://schemas.openxmlformats.org/officeDocument/2006/relationships/image" Target="../media/image120.wmf"/><Relationship Id="rId7" Type="http://schemas.openxmlformats.org/officeDocument/2006/relationships/image" Target="../media/image113.wmf"/><Relationship Id="rId12" Type="http://schemas.openxmlformats.org/officeDocument/2006/relationships/oleObject" Target="../embeddings/oleObject113.bin"/><Relationship Id="rId17" Type="http://schemas.openxmlformats.org/officeDocument/2006/relationships/image" Target="../media/image118.wmf"/><Relationship Id="rId2" Type="http://schemas.openxmlformats.org/officeDocument/2006/relationships/oleObject" Target="../embeddings/oleObject108.bin"/><Relationship Id="rId16" Type="http://schemas.openxmlformats.org/officeDocument/2006/relationships/oleObject" Target="../embeddings/oleObject115.bin"/><Relationship Id="rId20" Type="http://schemas.openxmlformats.org/officeDocument/2006/relationships/oleObject" Target="../embeddings/oleObject117.bin"/><Relationship Id="rId1" Type="http://schemas.openxmlformats.org/officeDocument/2006/relationships/slideLayout" Target="../slideLayouts/slideLayout7.xml"/><Relationship Id="rId6" Type="http://schemas.openxmlformats.org/officeDocument/2006/relationships/oleObject" Target="../embeddings/oleObject110.bin"/><Relationship Id="rId11" Type="http://schemas.openxmlformats.org/officeDocument/2006/relationships/image" Target="../media/image115.wmf"/><Relationship Id="rId5" Type="http://schemas.openxmlformats.org/officeDocument/2006/relationships/image" Target="../media/image112.wmf"/><Relationship Id="rId15" Type="http://schemas.openxmlformats.org/officeDocument/2006/relationships/image" Target="../media/image117.wmf"/><Relationship Id="rId10" Type="http://schemas.openxmlformats.org/officeDocument/2006/relationships/oleObject" Target="../embeddings/oleObject112.bin"/><Relationship Id="rId19" Type="http://schemas.openxmlformats.org/officeDocument/2006/relationships/image" Target="../media/image119.wmf"/><Relationship Id="rId4" Type="http://schemas.openxmlformats.org/officeDocument/2006/relationships/oleObject" Target="../embeddings/oleObject109.bin"/><Relationship Id="rId9" Type="http://schemas.openxmlformats.org/officeDocument/2006/relationships/image" Target="../media/image114.wmf"/><Relationship Id="rId14" Type="http://schemas.openxmlformats.org/officeDocument/2006/relationships/oleObject" Target="../embeddings/oleObject114.bin"/></Relationships>
</file>

<file path=ppt/slides/_rels/slide21.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123.bin"/><Relationship Id="rId18" Type="http://schemas.openxmlformats.org/officeDocument/2006/relationships/oleObject" Target="../embeddings/oleObject126.bin"/><Relationship Id="rId3" Type="http://schemas.openxmlformats.org/officeDocument/2006/relationships/oleObject" Target="../embeddings/oleObject118.bin"/><Relationship Id="rId21" Type="http://schemas.openxmlformats.org/officeDocument/2006/relationships/image" Target="../media/image71.wmf"/><Relationship Id="rId7" Type="http://schemas.openxmlformats.org/officeDocument/2006/relationships/oleObject" Target="../embeddings/oleObject120.bin"/><Relationship Id="rId12" Type="http://schemas.openxmlformats.org/officeDocument/2006/relationships/image" Target="../media/image67.wmf"/><Relationship Id="rId17" Type="http://schemas.openxmlformats.org/officeDocument/2006/relationships/oleObject" Target="../embeddings/oleObject125.bin"/><Relationship Id="rId2" Type="http://schemas.openxmlformats.org/officeDocument/2006/relationships/image" Target="../media/image62.jpeg"/><Relationship Id="rId16" Type="http://schemas.openxmlformats.org/officeDocument/2006/relationships/image" Target="../media/image69.wmf"/><Relationship Id="rId20" Type="http://schemas.openxmlformats.org/officeDocument/2006/relationships/oleObject" Target="../embeddings/oleObject127.bin"/><Relationship Id="rId1" Type="http://schemas.openxmlformats.org/officeDocument/2006/relationships/slideLayout" Target="../slideLayouts/slideLayout1.xml"/><Relationship Id="rId6" Type="http://schemas.openxmlformats.org/officeDocument/2006/relationships/image" Target="../media/image64.wmf"/><Relationship Id="rId11" Type="http://schemas.openxmlformats.org/officeDocument/2006/relationships/oleObject" Target="../embeddings/oleObject122.bin"/><Relationship Id="rId5" Type="http://schemas.openxmlformats.org/officeDocument/2006/relationships/oleObject" Target="../embeddings/oleObject119.bin"/><Relationship Id="rId15" Type="http://schemas.openxmlformats.org/officeDocument/2006/relationships/oleObject" Target="../embeddings/oleObject124.bin"/><Relationship Id="rId10" Type="http://schemas.openxmlformats.org/officeDocument/2006/relationships/image" Target="../media/image66.wmf"/><Relationship Id="rId19" Type="http://schemas.openxmlformats.org/officeDocument/2006/relationships/image" Target="../media/image70.wmf"/><Relationship Id="rId4" Type="http://schemas.openxmlformats.org/officeDocument/2006/relationships/image" Target="../media/image63.wmf"/><Relationship Id="rId9" Type="http://schemas.openxmlformats.org/officeDocument/2006/relationships/oleObject" Target="../embeddings/oleObject121.bin"/><Relationship Id="rId14" Type="http://schemas.openxmlformats.org/officeDocument/2006/relationships/image" Target="../media/image68.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oleObject" Target="../embeddings/oleObject134.bin"/><Relationship Id="rId18" Type="http://schemas.openxmlformats.org/officeDocument/2006/relationships/oleObject" Target="../embeddings/oleObject137.bin"/><Relationship Id="rId3" Type="http://schemas.openxmlformats.org/officeDocument/2006/relationships/image" Target="../media/image121.wmf"/><Relationship Id="rId21" Type="http://schemas.openxmlformats.org/officeDocument/2006/relationships/image" Target="../media/image129.wmf"/><Relationship Id="rId7" Type="http://schemas.openxmlformats.org/officeDocument/2006/relationships/image" Target="../media/image123.wmf"/><Relationship Id="rId12" Type="http://schemas.openxmlformats.org/officeDocument/2006/relationships/oleObject" Target="../embeddings/oleObject133.bin"/><Relationship Id="rId17" Type="http://schemas.openxmlformats.org/officeDocument/2006/relationships/image" Target="../media/image127.wmf"/><Relationship Id="rId2" Type="http://schemas.openxmlformats.org/officeDocument/2006/relationships/oleObject" Target="../embeddings/oleObject128.bin"/><Relationship Id="rId16" Type="http://schemas.openxmlformats.org/officeDocument/2006/relationships/oleObject" Target="../embeddings/oleObject136.bin"/><Relationship Id="rId20" Type="http://schemas.openxmlformats.org/officeDocument/2006/relationships/oleObject" Target="../embeddings/oleObject138.bin"/><Relationship Id="rId1" Type="http://schemas.openxmlformats.org/officeDocument/2006/relationships/slideLayout" Target="../slideLayouts/slideLayout2.xml"/><Relationship Id="rId6" Type="http://schemas.openxmlformats.org/officeDocument/2006/relationships/oleObject" Target="../embeddings/oleObject130.bin"/><Relationship Id="rId11" Type="http://schemas.openxmlformats.org/officeDocument/2006/relationships/image" Target="../media/image125.wmf"/><Relationship Id="rId5" Type="http://schemas.openxmlformats.org/officeDocument/2006/relationships/image" Target="../media/image122.wmf"/><Relationship Id="rId15" Type="http://schemas.openxmlformats.org/officeDocument/2006/relationships/image" Target="../media/image126.wmf"/><Relationship Id="rId10" Type="http://schemas.openxmlformats.org/officeDocument/2006/relationships/oleObject" Target="../embeddings/oleObject132.bin"/><Relationship Id="rId19" Type="http://schemas.openxmlformats.org/officeDocument/2006/relationships/image" Target="../media/image128.wmf"/><Relationship Id="rId4" Type="http://schemas.openxmlformats.org/officeDocument/2006/relationships/oleObject" Target="../embeddings/oleObject129.bin"/><Relationship Id="rId9" Type="http://schemas.openxmlformats.org/officeDocument/2006/relationships/image" Target="../media/image124.wmf"/><Relationship Id="rId14" Type="http://schemas.openxmlformats.org/officeDocument/2006/relationships/oleObject" Target="../embeddings/oleObject135.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42.bin"/><Relationship Id="rId3" Type="http://schemas.openxmlformats.org/officeDocument/2006/relationships/image" Target="../media/image122.wmf"/><Relationship Id="rId7" Type="http://schemas.openxmlformats.org/officeDocument/2006/relationships/image" Target="../media/image131.wmf"/><Relationship Id="rId12" Type="http://schemas.openxmlformats.org/officeDocument/2006/relationships/image" Target="../media/image133.png"/><Relationship Id="rId2" Type="http://schemas.openxmlformats.org/officeDocument/2006/relationships/oleObject" Target="../embeddings/oleObject139.bin"/><Relationship Id="rId1" Type="http://schemas.openxmlformats.org/officeDocument/2006/relationships/slideLayout" Target="../slideLayouts/slideLayout7.xml"/><Relationship Id="rId6" Type="http://schemas.openxmlformats.org/officeDocument/2006/relationships/oleObject" Target="../embeddings/oleObject141.bin"/><Relationship Id="rId11" Type="http://schemas.openxmlformats.org/officeDocument/2006/relationships/oleObject" Target="../embeddings/oleObject144.bin"/><Relationship Id="rId5" Type="http://schemas.openxmlformats.org/officeDocument/2006/relationships/image" Target="../media/image130.wmf"/><Relationship Id="rId10" Type="http://schemas.openxmlformats.org/officeDocument/2006/relationships/oleObject" Target="../embeddings/oleObject143.bin"/><Relationship Id="rId4" Type="http://schemas.openxmlformats.org/officeDocument/2006/relationships/oleObject" Target="../embeddings/oleObject140.bin"/><Relationship Id="rId9" Type="http://schemas.openxmlformats.org/officeDocument/2006/relationships/image" Target="../media/image132.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48.bin"/><Relationship Id="rId3" Type="http://schemas.openxmlformats.org/officeDocument/2006/relationships/image" Target="../media/image134.wmf"/><Relationship Id="rId7" Type="http://schemas.openxmlformats.org/officeDocument/2006/relationships/image" Target="../media/image136.wmf"/><Relationship Id="rId2" Type="http://schemas.openxmlformats.org/officeDocument/2006/relationships/oleObject" Target="../embeddings/oleObject145.bin"/><Relationship Id="rId1" Type="http://schemas.openxmlformats.org/officeDocument/2006/relationships/slideLayout" Target="../slideLayouts/slideLayout7.xml"/><Relationship Id="rId6" Type="http://schemas.openxmlformats.org/officeDocument/2006/relationships/oleObject" Target="../embeddings/oleObject147.bin"/><Relationship Id="rId11" Type="http://schemas.openxmlformats.org/officeDocument/2006/relationships/image" Target="../media/image138.wmf"/><Relationship Id="rId5" Type="http://schemas.openxmlformats.org/officeDocument/2006/relationships/image" Target="../media/image135.wmf"/><Relationship Id="rId10" Type="http://schemas.openxmlformats.org/officeDocument/2006/relationships/oleObject" Target="../embeddings/oleObject149.bin"/><Relationship Id="rId4" Type="http://schemas.openxmlformats.org/officeDocument/2006/relationships/oleObject" Target="../embeddings/oleObject146.bin"/><Relationship Id="rId9" Type="http://schemas.openxmlformats.org/officeDocument/2006/relationships/image" Target="../media/image137.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image" Target="../media/image144.wmf"/><Relationship Id="rId3" Type="http://schemas.openxmlformats.org/officeDocument/2006/relationships/image" Target="../media/image139.wmf"/><Relationship Id="rId7" Type="http://schemas.openxmlformats.org/officeDocument/2006/relationships/image" Target="../media/image141.wmf"/><Relationship Id="rId12" Type="http://schemas.openxmlformats.org/officeDocument/2006/relationships/oleObject" Target="../embeddings/oleObject155.bin"/><Relationship Id="rId2" Type="http://schemas.openxmlformats.org/officeDocument/2006/relationships/oleObject" Target="../embeddings/oleObject150.bin"/><Relationship Id="rId1" Type="http://schemas.openxmlformats.org/officeDocument/2006/relationships/slideLayout" Target="../slideLayouts/slideLayout2.xml"/><Relationship Id="rId6" Type="http://schemas.openxmlformats.org/officeDocument/2006/relationships/oleObject" Target="../embeddings/oleObject152.bin"/><Relationship Id="rId11" Type="http://schemas.openxmlformats.org/officeDocument/2006/relationships/image" Target="../media/image143.wmf"/><Relationship Id="rId5" Type="http://schemas.openxmlformats.org/officeDocument/2006/relationships/image" Target="../media/image140.wmf"/><Relationship Id="rId10" Type="http://schemas.openxmlformats.org/officeDocument/2006/relationships/oleObject" Target="../embeddings/oleObject154.bin"/><Relationship Id="rId4" Type="http://schemas.openxmlformats.org/officeDocument/2006/relationships/oleObject" Target="../embeddings/oleObject151.bin"/><Relationship Id="rId9" Type="http://schemas.openxmlformats.org/officeDocument/2006/relationships/image" Target="../media/image142.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59.bin"/><Relationship Id="rId13" Type="http://schemas.openxmlformats.org/officeDocument/2006/relationships/image" Target="../media/image150.wmf"/><Relationship Id="rId3" Type="http://schemas.openxmlformats.org/officeDocument/2006/relationships/image" Target="../media/image145.wmf"/><Relationship Id="rId7" Type="http://schemas.openxmlformats.org/officeDocument/2006/relationships/image" Target="../media/image147.wmf"/><Relationship Id="rId12" Type="http://schemas.openxmlformats.org/officeDocument/2006/relationships/oleObject" Target="../embeddings/oleObject161.bin"/><Relationship Id="rId2" Type="http://schemas.openxmlformats.org/officeDocument/2006/relationships/oleObject" Target="../embeddings/oleObject156.bin"/><Relationship Id="rId16" Type="http://schemas.openxmlformats.org/officeDocument/2006/relationships/oleObject" Target="../embeddings/oleObject163.bin"/><Relationship Id="rId1" Type="http://schemas.openxmlformats.org/officeDocument/2006/relationships/slideLayout" Target="../slideLayouts/slideLayout7.xml"/><Relationship Id="rId6" Type="http://schemas.openxmlformats.org/officeDocument/2006/relationships/oleObject" Target="../embeddings/oleObject158.bin"/><Relationship Id="rId11" Type="http://schemas.openxmlformats.org/officeDocument/2006/relationships/image" Target="../media/image149.wmf"/><Relationship Id="rId5" Type="http://schemas.openxmlformats.org/officeDocument/2006/relationships/image" Target="../media/image146.wmf"/><Relationship Id="rId15" Type="http://schemas.openxmlformats.org/officeDocument/2006/relationships/image" Target="../media/image151.wmf"/><Relationship Id="rId10" Type="http://schemas.openxmlformats.org/officeDocument/2006/relationships/oleObject" Target="../embeddings/oleObject160.bin"/><Relationship Id="rId4" Type="http://schemas.openxmlformats.org/officeDocument/2006/relationships/oleObject" Target="../embeddings/oleObject157.bin"/><Relationship Id="rId9" Type="http://schemas.openxmlformats.org/officeDocument/2006/relationships/image" Target="../media/image148.wmf"/><Relationship Id="rId14" Type="http://schemas.openxmlformats.org/officeDocument/2006/relationships/oleObject" Target="../embeddings/oleObject162.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67.bin"/><Relationship Id="rId3" Type="http://schemas.openxmlformats.org/officeDocument/2006/relationships/image" Target="../media/image152.wmf"/><Relationship Id="rId7" Type="http://schemas.openxmlformats.org/officeDocument/2006/relationships/image" Target="../media/image154.wmf"/><Relationship Id="rId2" Type="http://schemas.openxmlformats.org/officeDocument/2006/relationships/oleObject" Target="../embeddings/oleObject164.bin"/><Relationship Id="rId1" Type="http://schemas.openxmlformats.org/officeDocument/2006/relationships/slideLayout" Target="../slideLayouts/slideLayout2.xml"/><Relationship Id="rId6" Type="http://schemas.openxmlformats.org/officeDocument/2006/relationships/oleObject" Target="../embeddings/oleObject166.bin"/><Relationship Id="rId11" Type="http://schemas.openxmlformats.org/officeDocument/2006/relationships/image" Target="../media/image156.wmf"/><Relationship Id="rId5" Type="http://schemas.openxmlformats.org/officeDocument/2006/relationships/image" Target="../media/image153.wmf"/><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155.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image" Target="../media/image162.wmf"/><Relationship Id="rId3" Type="http://schemas.openxmlformats.org/officeDocument/2006/relationships/image" Target="../media/image157.wmf"/><Relationship Id="rId7" Type="http://schemas.openxmlformats.org/officeDocument/2006/relationships/image" Target="../media/image159.wmf"/><Relationship Id="rId12" Type="http://schemas.openxmlformats.org/officeDocument/2006/relationships/oleObject" Target="../embeddings/oleObject174.bin"/><Relationship Id="rId2" Type="http://schemas.openxmlformats.org/officeDocument/2006/relationships/oleObject" Target="../embeddings/oleObject169.bin"/><Relationship Id="rId1" Type="http://schemas.openxmlformats.org/officeDocument/2006/relationships/slideLayout" Target="../slideLayouts/slideLayout2.xml"/><Relationship Id="rId6" Type="http://schemas.openxmlformats.org/officeDocument/2006/relationships/oleObject" Target="../embeddings/oleObject171.bin"/><Relationship Id="rId11" Type="http://schemas.openxmlformats.org/officeDocument/2006/relationships/image" Target="../media/image161.wmf"/><Relationship Id="rId5" Type="http://schemas.openxmlformats.org/officeDocument/2006/relationships/image" Target="../media/image158.wmf"/><Relationship Id="rId10" Type="http://schemas.openxmlformats.org/officeDocument/2006/relationships/oleObject" Target="../embeddings/oleObject173.bin"/><Relationship Id="rId4" Type="http://schemas.openxmlformats.org/officeDocument/2006/relationships/oleObject" Target="../embeddings/oleObject170.bin"/><Relationship Id="rId9" Type="http://schemas.openxmlformats.org/officeDocument/2006/relationships/image" Target="../media/image160.wmf"/><Relationship Id="rId14" Type="http://schemas.openxmlformats.org/officeDocument/2006/relationships/image" Target="../media/image163.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78.bin"/><Relationship Id="rId13" Type="http://schemas.openxmlformats.org/officeDocument/2006/relationships/image" Target="../media/image169.wmf"/><Relationship Id="rId3" Type="http://schemas.openxmlformats.org/officeDocument/2006/relationships/image" Target="../media/image164.wmf"/><Relationship Id="rId7" Type="http://schemas.openxmlformats.org/officeDocument/2006/relationships/image" Target="../media/image166.wmf"/><Relationship Id="rId12" Type="http://schemas.openxmlformats.org/officeDocument/2006/relationships/oleObject" Target="../embeddings/oleObject180.bin"/><Relationship Id="rId2" Type="http://schemas.openxmlformats.org/officeDocument/2006/relationships/oleObject" Target="../embeddings/oleObject175.bin"/><Relationship Id="rId1" Type="http://schemas.openxmlformats.org/officeDocument/2006/relationships/slideLayout" Target="../slideLayouts/slideLayout7.xml"/><Relationship Id="rId6" Type="http://schemas.openxmlformats.org/officeDocument/2006/relationships/oleObject" Target="../embeddings/oleObject177.bin"/><Relationship Id="rId11" Type="http://schemas.openxmlformats.org/officeDocument/2006/relationships/image" Target="../media/image168.wmf"/><Relationship Id="rId5" Type="http://schemas.openxmlformats.org/officeDocument/2006/relationships/image" Target="../media/image165.wmf"/><Relationship Id="rId10" Type="http://schemas.openxmlformats.org/officeDocument/2006/relationships/oleObject" Target="../embeddings/oleObject179.bin"/><Relationship Id="rId4" Type="http://schemas.openxmlformats.org/officeDocument/2006/relationships/oleObject" Target="../embeddings/oleObject176.bin"/><Relationship Id="rId9" Type="http://schemas.openxmlformats.org/officeDocument/2006/relationships/image" Target="../media/image167.wmf"/></Relationships>
</file>

<file path=ppt/slides/_rels/slide30.xml.rels><?xml version="1.0" encoding="UTF-8" standalone="yes"?>
<Relationships xmlns="http://schemas.openxmlformats.org/package/2006/relationships"><Relationship Id="rId3" Type="http://schemas.openxmlformats.org/officeDocument/2006/relationships/image" Target="../media/image170.wmf"/><Relationship Id="rId7" Type="http://schemas.openxmlformats.org/officeDocument/2006/relationships/image" Target="../media/image172.wmf"/><Relationship Id="rId2" Type="http://schemas.openxmlformats.org/officeDocument/2006/relationships/oleObject" Target="../embeddings/oleObject181.bin"/><Relationship Id="rId1" Type="http://schemas.openxmlformats.org/officeDocument/2006/relationships/slideLayout" Target="../slideLayouts/slideLayout2.xml"/><Relationship Id="rId6" Type="http://schemas.openxmlformats.org/officeDocument/2006/relationships/oleObject" Target="../embeddings/oleObject183.bin"/><Relationship Id="rId5" Type="http://schemas.openxmlformats.org/officeDocument/2006/relationships/image" Target="../media/image171.wmf"/><Relationship Id="rId4" Type="http://schemas.openxmlformats.org/officeDocument/2006/relationships/oleObject" Target="../embeddings/oleObject182.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87.bin"/><Relationship Id="rId13" Type="http://schemas.openxmlformats.org/officeDocument/2006/relationships/image" Target="../media/image178.wmf"/><Relationship Id="rId3" Type="http://schemas.openxmlformats.org/officeDocument/2006/relationships/image" Target="../media/image173.wmf"/><Relationship Id="rId7" Type="http://schemas.openxmlformats.org/officeDocument/2006/relationships/image" Target="../media/image175.wmf"/><Relationship Id="rId12" Type="http://schemas.openxmlformats.org/officeDocument/2006/relationships/oleObject" Target="../embeddings/oleObject189.bin"/><Relationship Id="rId17" Type="http://schemas.openxmlformats.org/officeDocument/2006/relationships/image" Target="../media/image180.wmf"/><Relationship Id="rId2" Type="http://schemas.openxmlformats.org/officeDocument/2006/relationships/oleObject" Target="../embeddings/oleObject184.bin"/><Relationship Id="rId16" Type="http://schemas.openxmlformats.org/officeDocument/2006/relationships/oleObject" Target="../embeddings/oleObject191.bin"/><Relationship Id="rId1" Type="http://schemas.openxmlformats.org/officeDocument/2006/relationships/slideLayout" Target="../slideLayouts/slideLayout2.xml"/><Relationship Id="rId6" Type="http://schemas.openxmlformats.org/officeDocument/2006/relationships/oleObject" Target="../embeddings/oleObject186.bin"/><Relationship Id="rId11" Type="http://schemas.openxmlformats.org/officeDocument/2006/relationships/image" Target="../media/image177.wmf"/><Relationship Id="rId5" Type="http://schemas.openxmlformats.org/officeDocument/2006/relationships/image" Target="../media/image174.wmf"/><Relationship Id="rId15" Type="http://schemas.openxmlformats.org/officeDocument/2006/relationships/image" Target="../media/image179.wmf"/><Relationship Id="rId10" Type="http://schemas.openxmlformats.org/officeDocument/2006/relationships/oleObject" Target="../embeddings/oleObject188.bin"/><Relationship Id="rId4" Type="http://schemas.openxmlformats.org/officeDocument/2006/relationships/oleObject" Target="../embeddings/oleObject185.bin"/><Relationship Id="rId9" Type="http://schemas.openxmlformats.org/officeDocument/2006/relationships/image" Target="../media/image176.wmf"/><Relationship Id="rId14" Type="http://schemas.openxmlformats.org/officeDocument/2006/relationships/oleObject" Target="../embeddings/oleObject190.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95.bin"/><Relationship Id="rId13" Type="http://schemas.openxmlformats.org/officeDocument/2006/relationships/image" Target="../media/image186.wmf"/><Relationship Id="rId3" Type="http://schemas.openxmlformats.org/officeDocument/2006/relationships/image" Target="../media/image181.wmf"/><Relationship Id="rId7" Type="http://schemas.openxmlformats.org/officeDocument/2006/relationships/image" Target="../media/image183.wmf"/><Relationship Id="rId12" Type="http://schemas.openxmlformats.org/officeDocument/2006/relationships/oleObject" Target="../embeddings/oleObject197.bin"/><Relationship Id="rId2" Type="http://schemas.openxmlformats.org/officeDocument/2006/relationships/oleObject" Target="../embeddings/oleObject192.bin"/><Relationship Id="rId1" Type="http://schemas.openxmlformats.org/officeDocument/2006/relationships/slideLayout" Target="../slideLayouts/slideLayout7.xml"/><Relationship Id="rId6" Type="http://schemas.openxmlformats.org/officeDocument/2006/relationships/oleObject" Target="../embeddings/oleObject194.bin"/><Relationship Id="rId11" Type="http://schemas.openxmlformats.org/officeDocument/2006/relationships/image" Target="../media/image185.wmf"/><Relationship Id="rId5" Type="http://schemas.openxmlformats.org/officeDocument/2006/relationships/image" Target="../media/image182.wmf"/><Relationship Id="rId15" Type="http://schemas.openxmlformats.org/officeDocument/2006/relationships/image" Target="../media/image187.wmf"/><Relationship Id="rId10" Type="http://schemas.openxmlformats.org/officeDocument/2006/relationships/oleObject" Target="../embeddings/oleObject196.bin"/><Relationship Id="rId4" Type="http://schemas.openxmlformats.org/officeDocument/2006/relationships/oleObject" Target="../embeddings/oleObject193.bin"/><Relationship Id="rId9" Type="http://schemas.openxmlformats.org/officeDocument/2006/relationships/image" Target="../media/image184.wmf"/><Relationship Id="rId14" Type="http://schemas.openxmlformats.org/officeDocument/2006/relationships/oleObject" Target="../embeddings/oleObject198.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02.bin"/><Relationship Id="rId3" Type="http://schemas.openxmlformats.org/officeDocument/2006/relationships/image" Target="../media/image188.wmf"/><Relationship Id="rId7" Type="http://schemas.openxmlformats.org/officeDocument/2006/relationships/image" Target="../media/image190.wmf"/><Relationship Id="rId2" Type="http://schemas.openxmlformats.org/officeDocument/2006/relationships/oleObject" Target="../embeddings/oleObject199.bin"/><Relationship Id="rId1" Type="http://schemas.openxmlformats.org/officeDocument/2006/relationships/slideLayout" Target="../slideLayouts/slideLayout7.xml"/><Relationship Id="rId6" Type="http://schemas.openxmlformats.org/officeDocument/2006/relationships/oleObject" Target="../embeddings/oleObject201.bin"/><Relationship Id="rId5" Type="http://schemas.openxmlformats.org/officeDocument/2006/relationships/image" Target="../media/image189.wmf"/><Relationship Id="rId4" Type="http://schemas.openxmlformats.org/officeDocument/2006/relationships/oleObject" Target="../embeddings/oleObject200.bin"/><Relationship Id="rId9" Type="http://schemas.openxmlformats.org/officeDocument/2006/relationships/image" Target="../media/image191.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03.bin"/><Relationship Id="rId2" Type="http://schemas.openxmlformats.org/officeDocument/2006/relationships/image" Target="../media/image192.png"/><Relationship Id="rId1" Type="http://schemas.openxmlformats.org/officeDocument/2006/relationships/slideLayout" Target="../slideLayouts/slideLayout7.xml"/><Relationship Id="rId5" Type="http://schemas.openxmlformats.org/officeDocument/2006/relationships/image" Target="../media/image193.png"/><Relationship Id="rId4" Type="http://schemas.openxmlformats.org/officeDocument/2006/relationships/image" Target="../media/image187.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07.bin"/><Relationship Id="rId13" Type="http://schemas.openxmlformats.org/officeDocument/2006/relationships/image" Target="../media/image199.wmf"/><Relationship Id="rId3" Type="http://schemas.openxmlformats.org/officeDocument/2006/relationships/image" Target="../media/image194.wmf"/><Relationship Id="rId7" Type="http://schemas.openxmlformats.org/officeDocument/2006/relationships/image" Target="../media/image196.wmf"/><Relationship Id="rId12" Type="http://schemas.openxmlformats.org/officeDocument/2006/relationships/oleObject" Target="../embeddings/oleObject209.bin"/><Relationship Id="rId17" Type="http://schemas.openxmlformats.org/officeDocument/2006/relationships/image" Target="../media/image201.wmf"/><Relationship Id="rId2" Type="http://schemas.openxmlformats.org/officeDocument/2006/relationships/oleObject" Target="../embeddings/oleObject204.bin"/><Relationship Id="rId16" Type="http://schemas.openxmlformats.org/officeDocument/2006/relationships/oleObject" Target="../embeddings/oleObject211.bin"/><Relationship Id="rId1" Type="http://schemas.openxmlformats.org/officeDocument/2006/relationships/slideLayout" Target="../slideLayouts/slideLayout7.xml"/><Relationship Id="rId6" Type="http://schemas.openxmlformats.org/officeDocument/2006/relationships/oleObject" Target="../embeddings/oleObject206.bin"/><Relationship Id="rId11" Type="http://schemas.openxmlformats.org/officeDocument/2006/relationships/image" Target="../media/image198.wmf"/><Relationship Id="rId5" Type="http://schemas.openxmlformats.org/officeDocument/2006/relationships/image" Target="../media/image195.wmf"/><Relationship Id="rId15" Type="http://schemas.openxmlformats.org/officeDocument/2006/relationships/image" Target="../media/image200.wmf"/><Relationship Id="rId10" Type="http://schemas.openxmlformats.org/officeDocument/2006/relationships/oleObject" Target="../embeddings/oleObject208.bin"/><Relationship Id="rId4" Type="http://schemas.openxmlformats.org/officeDocument/2006/relationships/oleObject" Target="../embeddings/oleObject205.bin"/><Relationship Id="rId9" Type="http://schemas.openxmlformats.org/officeDocument/2006/relationships/image" Target="../media/image197.wmf"/><Relationship Id="rId14" Type="http://schemas.openxmlformats.org/officeDocument/2006/relationships/oleObject" Target="../embeddings/oleObject210.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15.bin"/><Relationship Id="rId13" Type="http://schemas.openxmlformats.org/officeDocument/2006/relationships/image" Target="../media/image207.wmf"/><Relationship Id="rId3" Type="http://schemas.openxmlformats.org/officeDocument/2006/relationships/image" Target="../media/image202.wmf"/><Relationship Id="rId7" Type="http://schemas.openxmlformats.org/officeDocument/2006/relationships/image" Target="../media/image204.wmf"/><Relationship Id="rId12" Type="http://schemas.openxmlformats.org/officeDocument/2006/relationships/oleObject" Target="../embeddings/oleObject217.bin"/><Relationship Id="rId17" Type="http://schemas.openxmlformats.org/officeDocument/2006/relationships/image" Target="../media/image209.wmf"/><Relationship Id="rId2" Type="http://schemas.openxmlformats.org/officeDocument/2006/relationships/oleObject" Target="../embeddings/oleObject212.bin"/><Relationship Id="rId16" Type="http://schemas.openxmlformats.org/officeDocument/2006/relationships/oleObject" Target="../embeddings/oleObject219.bin"/><Relationship Id="rId1" Type="http://schemas.openxmlformats.org/officeDocument/2006/relationships/slideLayout" Target="../slideLayouts/slideLayout7.xml"/><Relationship Id="rId6" Type="http://schemas.openxmlformats.org/officeDocument/2006/relationships/oleObject" Target="../embeddings/oleObject214.bin"/><Relationship Id="rId11" Type="http://schemas.openxmlformats.org/officeDocument/2006/relationships/image" Target="../media/image206.wmf"/><Relationship Id="rId5" Type="http://schemas.openxmlformats.org/officeDocument/2006/relationships/image" Target="../media/image203.wmf"/><Relationship Id="rId15" Type="http://schemas.openxmlformats.org/officeDocument/2006/relationships/image" Target="../media/image208.wmf"/><Relationship Id="rId10" Type="http://schemas.openxmlformats.org/officeDocument/2006/relationships/oleObject" Target="../embeddings/oleObject216.bin"/><Relationship Id="rId4" Type="http://schemas.openxmlformats.org/officeDocument/2006/relationships/oleObject" Target="../embeddings/oleObject213.bin"/><Relationship Id="rId9" Type="http://schemas.openxmlformats.org/officeDocument/2006/relationships/image" Target="../media/image205.wmf"/><Relationship Id="rId14" Type="http://schemas.openxmlformats.org/officeDocument/2006/relationships/oleObject" Target="../embeddings/oleObject218.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223.bin"/><Relationship Id="rId13" Type="http://schemas.openxmlformats.org/officeDocument/2006/relationships/image" Target="../media/image214.wmf"/><Relationship Id="rId3" Type="http://schemas.openxmlformats.org/officeDocument/2006/relationships/image" Target="../media/image187.wmf"/><Relationship Id="rId7" Type="http://schemas.openxmlformats.org/officeDocument/2006/relationships/image" Target="../media/image211.wmf"/><Relationship Id="rId12" Type="http://schemas.openxmlformats.org/officeDocument/2006/relationships/oleObject" Target="../embeddings/oleObject225.bin"/><Relationship Id="rId2" Type="http://schemas.openxmlformats.org/officeDocument/2006/relationships/oleObject" Target="../embeddings/oleObject220.bin"/><Relationship Id="rId1" Type="http://schemas.openxmlformats.org/officeDocument/2006/relationships/slideLayout" Target="../slideLayouts/slideLayout7.xml"/><Relationship Id="rId6" Type="http://schemas.openxmlformats.org/officeDocument/2006/relationships/oleObject" Target="../embeddings/oleObject222.bin"/><Relationship Id="rId11" Type="http://schemas.openxmlformats.org/officeDocument/2006/relationships/image" Target="../media/image213.wmf"/><Relationship Id="rId5" Type="http://schemas.openxmlformats.org/officeDocument/2006/relationships/image" Target="../media/image210.wmf"/><Relationship Id="rId15" Type="http://schemas.openxmlformats.org/officeDocument/2006/relationships/image" Target="../media/image215.wmf"/><Relationship Id="rId10" Type="http://schemas.openxmlformats.org/officeDocument/2006/relationships/oleObject" Target="../embeddings/oleObject224.bin"/><Relationship Id="rId4" Type="http://schemas.openxmlformats.org/officeDocument/2006/relationships/oleObject" Target="../embeddings/oleObject221.bin"/><Relationship Id="rId9" Type="http://schemas.openxmlformats.org/officeDocument/2006/relationships/image" Target="../media/image212.wmf"/><Relationship Id="rId14" Type="http://schemas.openxmlformats.org/officeDocument/2006/relationships/oleObject" Target="../embeddings/oleObject226.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30.bin"/><Relationship Id="rId13" Type="http://schemas.openxmlformats.org/officeDocument/2006/relationships/image" Target="../media/image221.wmf"/><Relationship Id="rId3" Type="http://schemas.openxmlformats.org/officeDocument/2006/relationships/image" Target="../media/image216.wmf"/><Relationship Id="rId7" Type="http://schemas.openxmlformats.org/officeDocument/2006/relationships/image" Target="../media/image218.wmf"/><Relationship Id="rId12" Type="http://schemas.openxmlformats.org/officeDocument/2006/relationships/oleObject" Target="../embeddings/oleObject232.bin"/><Relationship Id="rId2" Type="http://schemas.openxmlformats.org/officeDocument/2006/relationships/oleObject" Target="../embeddings/oleObject227.bin"/><Relationship Id="rId1" Type="http://schemas.openxmlformats.org/officeDocument/2006/relationships/slideLayout" Target="../slideLayouts/slideLayout7.xml"/><Relationship Id="rId6" Type="http://schemas.openxmlformats.org/officeDocument/2006/relationships/oleObject" Target="../embeddings/oleObject229.bin"/><Relationship Id="rId11" Type="http://schemas.openxmlformats.org/officeDocument/2006/relationships/image" Target="../media/image220.wmf"/><Relationship Id="rId5" Type="http://schemas.openxmlformats.org/officeDocument/2006/relationships/image" Target="../media/image217.wmf"/><Relationship Id="rId10" Type="http://schemas.openxmlformats.org/officeDocument/2006/relationships/oleObject" Target="../embeddings/oleObject231.bin"/><Relationship Id="rId4" Type="http://schemas.openxmlformats.org/officeDocument/2006/relationships/oleObject" Target="../embeddings/oleObject228.bin"/><Relationship Id="rId9" Type="http://schemas.openxmlformats.org/officeDocument/2006/relationships/image" Target="../media/image219.wmf"/><Relationship Id="rId14" Type="http://schemas.openxmlformats.org/officeDocument/2006/relationships/oleObject" Target="../embeddings/oleObject233.bin"/></Relationships>
</file>

<file path=ppt/slides/_rels/slide39.xml.rels><?xml version="1.0" encoding="UTF-8" standalone="yes"?>
<Relationships xmlns="http://schemas.openxmlformats.org/package/2006/relationships"><Relationship Id="rId8" Type="http://schemas.openxmlformats.org/officeDocument/2006/relationships/image" Target="../media/image228.png"/><Relationship Id="rId3" Type="http://schemas.openxmlformats.org/officeDocument/2006/relationships/image" Target="../media/image223.png"/><Relationship Id="rId7" Type="http://schemas.openxmlformats.org/officeDocument/2006/relationships/image" Target="../media/image227.png"/><Relationship Id="rId2" Type="http://schemas.openxmlformats.org/officeDocument/2006/relationships/image" Target="../media/image222.png"/><Relationship Id="rId1" Type="http://schemas.openxmlformats.org/officeDocument/2006/relationships/slideLayout" Target="../slideLayouts/slideLayout7.xml"/><Relationship Id="rId6" Type="http://schemas.openxmlformats.org/officeDocument/2006/relationships/image" Target="../media/image226.png"/><Relationship Id="rId5" Type="http://schemas.openxmlformats.org/officeDocument/2006/relationships/image" Target="../media/image225.png"/><Relationship Id="rId4" Type="http://schemas.openxmlformats.org/officeDocument/2006/relationships/image" Target="../media/image224.png"/></Relationships>
</file>

<file path=ppt/slides/_rels/slide4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9.png"/><Relationship Id="rId1" Type="http://schemas.openxmlformats.org/officeDocument/2006/relationships/slideLayout" Target="../slideLayouts/slideLayout7.xml"/><Relationship Id="rId6" Type="http://schemas.openxmlformats.org/officeDocument/2006/relationships/image" Target="../media/image233.png"/><Relationship Id="rId5" Type="http://schemas.openxmlformats.org/officeDocument/2006/relationships/image" Target="../media/image232.png"/><Relationship Id="rId4" Type="http://schemas.openxmlformats.org/officeDocument/2006/relationships/image" Target="../media/image231.png"/></Relationships>
</file>

<file path=ppt/slides/_rels/slide41.xml.rels><?xml version="1.0" encoding="UTF-8" standalone="yes"?>
<Relationships xmlns="http://schemas.openxmlformats.org/package/2006/relationships"><Relationship Id="rId3" Type="http://schemas.openxmlformats.org/officeDocument/2006/relationships/image" Target="../media/image234.wmf"/><Relationship Id="rId2" Type="http://schemas.openxmlformats.org/officeDocument/2006/relationships/oleObject" Target="../embeddings/oleObject234.bin"/><Relationship Id="rId1" Type="http://schemas.openxmlformats.org/officeDocument/2006/relationships/slideLayout" Target="../slideLayouts/slideLayout7.xml"/><Relationship Id="rId5" Type="http://schemas.openxmlformats.org/officeDocument/2006/relationships/image" Target="../media/image235.wmf"/><Relationship Id="rId4" Type="http://schemas.openxmlformats.org/officeDocument/2006/relationships/oleObject" Target="../embeddings/oleObject235.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39.bin"/><Relationship Id="rId13" Type="http://schemas.openxmlformats.org/officeDocument/2006/relationships/image" Target="../media/image241.wmf"/><Relationship Id="rId3" Type="http://schemas.openxmlformats.org/officeDocument/2006/relationships/image" Target="../media/image236.wmf"/><Relationship Id="rId7" Type="http://schemas.openxmlformats.org/officeDocument/2006/relationships/image" Target="../media/image238.wmf"/><Relationship Id="rId12" Type="http://schemas.openxmlformats.org/officeDocument/2006/relationships/oleObject" Target="../embeddings/oleObject241.bin"/><Relationship Id="rId17" Type="http://schemas.openxmlformats.org/officeDocument/2006/relationships/image" Target="../media/image243.wmf"/><Relationship Id="rId2" Type="http://schemas.openxmlformats.org/officeDocument/2006/relationships/oleObject" Target="../embeddings/oleObject236.bin"/><Relationship Id="rId16" Type="http://schemas.openxmlformats.org/officeDocument/2006/relationships/oleObject" Target="../embeddings/oleObject243.bin"/><Relationship Id="rId1" Type="http://schemas.openxmlformats.org/officeDocument/2006/relationships/slideLayout" Target="../slideLayouts/slideLayout7.xml"/><Relationship Id="rId6" Type="http://schemas.openxmlformats.org/officeDocument/2006/relationships/oleObject" Target="../embeddings/oleObject238.bin"/><Relationship Id="rId11" Type="http://schemas.openxmlformats.org/officeDocument/2006/relationships/image" Target="../media/image240.wmf"/><Relationship Id="rId5" Type="http://schemas.openxmlformats.org/officeDocument/2006/relationships/image" Target="../media/image237.wmf"/><Relationship Id="rId15" Type="http://schemas.openxmlformats.org/officeDocument/2006/relationships/image" Target="../media/image242.wmf"/><Relationship Id="rId10" Type="http://schemas.openxmlformats.org/officeDocument/2006/relationships/oleObject" Target="../embeddings/oleObject240.bin"/><Relationship Id="rId4" Type="http://schemas.openxmlformats.org/officeDocument/2006/relationships/oleObject" Target="../embeddings/oleObject237.bin"/><Relationship Id="rId9" Type="http://schemas.openxmlformats.org/officeDocument/2006/relationships/image" Target="../media/image239.wmf"/><Relationship Id="rId14" Type="http://schemas.openxmlformats.org/officeDocument/2006/relationships/oleObject" Target="../embeddings/oleObject242.bin"/></Relationships>
</file>

<file path=ppt/slides/_rels/slide43.xml.rels><?xml version="1.0" encoding="UTF-8" standalone="yes"?>
<Relationships xmlns="http://schemas.openxmlformats.org/package/2006/relationships"><Relationship Id="rId3" Type="http://schemas.openxmlformats.org/officeDocument/2006/relationships/image" Target="../media/image244.wmf"/><Relationship Id="rId7" Type="http://schemas.openxmlformats.org/officeDocument/2006/relationships/image" Target="../media/image246.wmf"/><Relationship Id="rId2" Type="http://schemas.openxmlformats.org/officeDocument/2006/relationships/oleObject" Target="../embeddings/oleObject244.bin"/><Relationship Id="rId1" Type="http://schemas.openxmlformats.org/officeDocument/2006/relationships/slideLayout" Target="../slideLayouts/slideLayout7.xml"/><Relationship Id="rId6" Type="http://schemas.openxmlformats.org/officeDocument/2006/relationships/oleObject" Target="../embeddings/oleObject246.bin"/><Relationship Id="rId5" Type="http://schemas.openxmlformats.org/officeDocument/2006/relationships/image" Target="../media/image245.wmf"/><Relationship Id="rId4" Type="http://schemas.openxmlformats.org/officeDocument/2006/relationships/oleObject" Target="../embeddings/oleObject245.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50.bin"/><Relationship Id="rId13" Type="http://schemas.openxmlformats.org/officeDocument/2006/relationships/oleObject" Target="../embeddings/oleObject253.bin"/><Relationship Id="rId18" Type="http://schemas.openxmlformats.org/officeDocument/2006/relationships/image" Target="../media/image254.wmf"/><Relationship Id="rId3" Type="http://schemas.openxmlformats.org/officeDocument/2006/relationships/image" Target="../media/image247.wmf"/><Relationship Id="rId21" Type="http://schemas.openxmlformats.org/officeDocument/2006/relationships/image" Target="../media/image256.png"/><Relationship Id="rId7" Type="http://schemas.openxmlformats.org/officeDocument/2006/relationships/image" Target="../media/image249.wmf"/><Relationship Id="rId12" Type="http://schemas.openxmlformats.org/officeDocument/2006/relationships/oleObject" Target="../embeddings/oleObject252.bin"/><Relationship Id="rId17" Type="http://schemas.openxmlformats.org/officeDocument/2006/relationships/oleObject" Target="../embeddings/oleObject255.bin"/><Relationship Id="rId2" Type="http://schemas.openxmlformats.org/officeDocument/2006/relationships/oleObject" Target="../embeddings/oleObject247.bin"/><Relationship Id="rId16" Type="http://schemas.openxmlformats.org/officeDocument/2006/relationships/image" Target="../media/image253.wmf"/><Relationship Id="rId20" Type="http://schemas.openxmlformats.org/officeDocument/2006/relationships/image" Target="../media/image255.png"/><Relationship Id="rId1" Type="http://schemas.openxmlformats.org/officeDocument/2006/relationships/slideLayout" Target="../slideLayouts/slideLayout18.xml"/><Relationship Id="rId6" Type="http://schemas.openxmlformats.org/officeDocument/2006/relationships/oleObject" Target="../embeddings/oleObject249.bin"/><Relationship Id="rId11" Type="http://schemas.openxmlformats.org/officeDocument/2006/relationships/image" Target="../media/image251.wmf"/><Relationship Id="rId5" Type="http://schemas.openxmlformats.org/officeDocument/2006/relationships/image" Target="../media/image248.wmf"/><Relationship Id="rId15" Type="http://schemas.openxmlformats.org/officeDocument/2006/relationships/oleObject" Target="../embeddings/oleObject254.bin"/><Relationship Id="rId10" Type="http://schemas.openxmlformats.org/officeDocument/2006/relationships/oleObject" Target="../embeddings/oleObject251.bin"/><Relationship Id="rId4" Type="http://schemas.openxmlformats.org/officeDocument/2006/relationships/oleObject" Target="../embeddings/oleObject248.bin"/><Relationship Id="rId9" Type="http://schemas.openxmlformats.org/officeDocument/2006/relationships/image" Target="../media/image250.wmf"/><Relationship Id="rId14" Type="http://schemas.openxmlformats.org/officeDocument/2006/relationships/image" Target="../media/image252.wmf"/></Relationships>
</file>

<file path=ppt/slides/_rels/slide45.x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oleObject" Target="../embeddings/oleObject256.bin"/><Relationship Id="rId7" Type="http://schemas.openxmlformats.org/officeDocument/2006/relationships/oleObject" Target="../embeddings/oleObject258.bin"/><Relationship Id="rId2" Type="http://schemas.openxmlformats.org/officeDocument/2006/relationships/image" Target="../media/image257.png"/><Relationship Id="rId1" Type="http://schemas.openxmlformats.org/officeDocument/2006/relationships/slideLayout" Target="../slideLayouts/slideLayout7.xml"/><Relationship Id="rId6" Type="http://schemas.openxmlformats.org/officeDocument/2006/relationships/image" Target="../media/image259.wmf"/><Relationship Id="rId5" Type="http://schemas.openxmlformats.org/officeDocument/2006/relationships/oleObject" Target="../embeddings/oleObject257.bin"/><Relationship Id="rId4" Type="http://schemas.openxmlformats.org/officeDocument/2006/relationships/image" Target="../media/image258.wmf"/></Relationships>
</file>

<file path=ppt/slides/_rels/slide46.xml.rels><?xml version="1.0" encoding="UTF-8" standalone="yes"?>
<Relationships xmlns="http://schemas.openxmlformats.org/package/2006/relationships"><Relationship Id="rId8" Type="http://schemas.openxmlformats.org/officeDocument/2006/relationships/image" Target="../media/image264.png"/><Relationship Id="rId3" Type="http://schemas.openxmlformats.org/officeDocument/2006/relationships/image" Target="../media/image261.wmf"/><Relationship Id="rId7" Type="http://schemas.openxmlformats.org/officeDocument/2006/relationships/image" Target="../media/image263.wmf"/><Relationship Id="rId2" Type="http://schemas.openxmlformats.org/officeDocument/2006/relationships/oleObject" Target="../embeddings/oleObject259.bin"/><Relationship Id="rId1" Type="http://schemas.openxmlformats.org/officeDocument/2006/relationships/slideLayout" Target="../slideLayouts/slideLayout2.xml"/><Relationship Id="rId6" Type="http://schemas.openxmlformats.org/officeDocument/2006/relationships/oleObject" Target="../embeddings/oleObject261.bin"/><Relationship Id="rId5" Type="http://schemas.openxmlformats.org/officeDocument/2006/relationships/image" Target="../media/image262.wmf"/><Relationship Id="rId4" Type="http://schemas.openxmlformats.org/officeDocument/2006/relationships/oleObject" Target="../embeddings/oleObject260.bin"/></Relationships>
</file>

<file path=ppt/slides/_rels/slide47.xml.rels><?xml version="1.0" encoding="UTF-8" standalone="yes"?>
<Relationships xmlns="http://schemas.openxmlformats.org/package/2006/relationships"><Relationship Id="rId8" Type="http://schemas.openxmlformats.org/officeDocument/2006/relationships/image" Target="../media/image267.wmf"/><Relationship Id="rId18" Type="http://schemas.openxmlformats.org/officeDocument/2006/relationships/image" Target="../media/image274.png"/><Relationship Id="rId3" Type="http://schemas.openxmlformats.org/officeDocument/2006/relationships/oleObject" Target="../embeddings/oleObject262.bin"/><Relationship Id="rId7" Type="http://schemas.openxmlformats.org/officeDocument/2006/relationships/oleObject" Target="../embeddings/oleObject264.bin"/><Relationship Id="rId12" Type="http://schemas.openxmlformats.org/officeDocument/2006/relationships/image" Target="../media/image269.wmf"/><Relationship Id="rId17" Type="http://schemas.openxmlformats.org/officeDocument/2006/relationships/image" Target="../media/image273.png"/><Relationship Id="rId2" Type="http://schemas.openxmlformats.org/officeDocument/2006/relationships/notesSlide" Target="../notesSlides/notesSlide2.xml"/><Relationship Id="rId16" Type="http://schemas.openxmlformats.org/officeDocument/2006/relationships/image" Target="../media/image272.png"/><Relationship Id="rId1" Type="http://schemas.openxmlformats.org/officeDocument/2006/relationships/slideLayout" Target="../slideLayouts/slideLayout2.xml"/><Relationship Id="rId6" Type="http://schemas.openxmlformats.org/officeDocument/2006/relationships/image" Target="../media/image266.wmf"/><Relationship Id="rId11" Type="http://schemas.openxmlformats.org/officeDocument/2006/relationships/oleObject" Target="../embeddings/oleObject266.bin"/><Relationship Id="rId5" Type="http://schemas.openxmlformats.org/officeDocument/2006/relationships/oleObject" Target="../embeddings/oleObject263.bin"/><Relationship Id="rId15" Type="http://schemas.openxmlformats.org/officeDocument/2006/relationships/image" Target="../media/image271.png"/><Relationship Id="rId10" Type="http://schemas.openxmlformats.org/officeDocument/2006/relationships/image" Target="../media/image268.wmf"/><Relationship Id="rId19" Type="http://schemas.openxmlformats.org/officeDocument/2006/relationships/image" Target="../media/image275.png"/><Relationship Id="rId4" Type="http://schemas.openxmlformats.org/officeDocument/2006/relationships/image" Target="../media/image265.wmf"/><Relationship Id="rId9" Type="http://schemas.openxmlformats.org/officeDocument/2006/relationships/oleObject" Target="../embeddings/oleObject265.bin"/><Relationship Id="rId14" Type="http://schemas.openxmlformats.org/officeDocument/2006/relationships/image" Target="../media/image270.png"/></Relationships>
</file>

<file path=ppt/slides/_rels/slide48.xml.rels><?xml version="1.0" encoding="UTF-8" standalone="yes"?>
<Relationships xmlns="http://schemas.openxmlformats.org/package/2006/relationships"><Relationship Id="rId3" Type="http://schemas.openxmlformats.org/officeDocument/2006/relationships/image" Target="../media/image277.png"/><Relationship Id="rId7" Type="http://schemas.openxmlformats.org/officeDocument/2006/relationships/image" Target="../media/image281.png"/><Relationship Id="rId2" Type="http://schemas.openxmlformats.org/officeDocument/2006/relationships/image" Target="../media/image276.png"/><Relationship Id="rId1" Type="http://schemas.openxmlformats.org/officeDocument/2006/relationships/slideLayout" Target="../slideLayouts/slideLayout2.xml"/><Relationship Id="rId6" Type="http://schemas.openxmlformats.org/officeDocument/2006/relationships/image" Target="../media/image280.png"/><Relationship Id="rId5" Type="http://schemas.openxmlformats.org/officeDocument/2006/relationships/image" Target="../media/image279.png"/><Relationship Id="rId4" Type="http://schemas.openxmlformats.org/officeDocument/2006/relationships/image" Target="../media/image27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p:cNvSpPr>
          <p:nvPr>
            <p:ph type="ctrTitle"/>
          </p:nvPr>
        </p:nvSpPr>
        <p:spPr>
          <a:xfrm>
            <a:off x="762000" y="2286000"/>
            <a:ext cx="7772400" cy="1143000"/>
          </a:xfrm>
        </p:spPr>
        <p:txBody>
          <a:bodyPr vert="horz" wrap="square" lIns="91440" tIns="45720" rIns="91440" bIns="45720" anchor="ctr" anchorCtr="0"/>
          <a:lstStyle/>
          <a:p>
            <a:pPr eaLnBrk="1" hangingPunct="1">
              <a:buClrTx/>
              <a:buSzTx/>
              <a:buFontTx/>
            </a:pPr>
            <a:r>
              <a:rPr lang="zh-CN" altLang="en-US" sz="4800" b="1" dirty="0">
                <a:solidFill>
                  <a:srgbClr val="000000"/>
                </a:solidFill>
                <a:latin typeface="微软雅黑" panose="020B0503020204020204" pitchFamily="34" charset="-122"/>
                <a:ea typeface="微软雅黑" panose="020B0503020204020204" pitchFamily="34" charset="-122"/>
                <a:cs typeface="+mj-cs"/>
              </a:rPr>
              <a:t>第五章  离散时间随机信号 </a:t>
            </a:r>
          </a:p>
        </p:txBody>
      </p:sp>
      <p:sp>
        <p:nvSpPr>
          <p:cNvPr id="44035" name="Rectangle 3"/>
          <p:cNvSpPr>
            <a:spLocks noGrp="1" noRot="1"/>
          </p:cNvSpPr>
          <p:nvPr>
            <p:ph type="subTitle" idx="1"/>
          </p:nvPr>
        </p:nvSpPr>
        <p:spPr>
          <a:xfrm>
            <a:off x="1295400" y="3886200"/>
            <a:ext cx="7380288" cy="1752600"/>
          </a:xfrm>
        </p:spPr>
        <p:txBody>
          <a:bodyPr vert="horz" wrap="square" lIns="91440" tIns="45720" rIns="91440" bIns="45720" anchor="t" anchorCtr="0"/>
          <a:lstStyle/>
          <a:p>
            <a:pPr algn="l" eaLnBrk="1" hangingPunct="1">
              <a:buSzPct val="75000"/>
            </a:pPr>
            <a:r>
              <a:rPr lang="zh-CN" altLang="en-US" sz="3600" b="1" dirty="0">
                <a:solidFill>
                  <a:srgbClr val="000000"/>
                </a:solidFill>
                <a:latin typeface="Times New Roman" panose="02020603050405020304" pitchFamily="18" charset="0"/>
                <a:ea typeface="+mn-ea"/>
                <a:cs typeface="+mn-cs"/>
              </a:rPr>
              <a:t>（</a:t>
            </a:r>
            <a:r>
              <a:rPr lang="en-US" altLang="zh-CN" sz="3600" b="1" dirty="0">
                <a:solidFill>
                  <a:srgbClr val="000000"/>
                </a:solidFill>
                <a:latin typeface="Times New Roman" panose="02020603050405020304" pitchFamily="18" charset="0"/>
                <a:ea typeface="+mn-ea"/>
                <a:cs typeface="+mn-cs"/>
              </a:rPr>
              <a:t>Discrete-Time Random Signal） </a:t>
            </a:r>
            <a:endParaRPr lang="zh-CN" altLang="en-US" sz="3600" b="1" dirty="0">
              <a:solidFill>
                <a:srgbClr val="000000"/>
              </a:solidFill>
              <a:latin typeface="Times New Roman" panose="02020603050405020304" pitchFamily="18" charset="0"/>
              <a:ea typeface="+mn-ea"/>
              <a:cs typeface="+mn-cs"/>
            </a:endParaRPr>
          </a:p>
        </p:txBody>
      </p:sp>
      <p:sp>
        <p:nvSpPr>
          <p:cNvPr id="4403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a:t>
            </a:fld>
            <a:endParaRPr lang="zh-CN" alt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468313" y="476250"/>
            <a:ext cx="1439862" cy="515938"/>
          </a:xfrm>
        </p:spPr>
        <p:txBody>
          <a:bodyPr vert="horz" wrap="square" lIns="91440" tIns="45720" rIns="91440" bIns="45720" anchor="ctr" anchorCtr="0"/>
          <a:lstStyle/>
          <a:p>
            <a:pPr algn="l"/>
            <a:r>
              <a:rPr lang="zh-CN" altLang="en-US" b="1" dirty="0">
                <a:solidFill>
                  <a:srgbClr val="000000"/>
                </a:solidFill>
                <a:latin typeface="微软雅黑" panose="020B0503020204020204" pitchFamily="34" charset="-122"/>
                <a:ea typeface="微软雅黑" panose="020B0503020204020204" pitchFamily="34" charset="-122"/>
              </a:rPr>
              <a:t>作业</a:t>
            </a:r>
          </a:p>
        </p:txBody>
      </p:sp>
      <p:sp>
        <p:nvSpPr>
          <p:cNvPr id="45059" name="内容占位符 2"/>
          <p:cNvSpPr>
            <a:spLocks noGrp="1"/>
          </p:cNvSpPr>
          <p:nvPr>
            <p:ph idx="1"/>
          </p:nvPr>
        </p:nvSpPr>
        <p:spPr>
          <a:xfrm>
            <a:off x="301625" y="1905000"/>
            <a:ext cx="7583488" cy="803275"/>
          </a:xfrm>
        </p:spPr>
        <p:txBody>
          <a:bodyPr vert="horz" wrap="square" lIns="91440" tIns="45720" rIns="91440" bIns="45720" anchor="t" anchorCtr="0"/>
          <a:lstStyle/>
          <a:p>
            <a:r>
              <a:rPr lang="en-US" altLang="zh-CN" sz="4000" b="1" dirty="0">
                <a:solidFill>
                  <a:srgbClr val="000000"/>
                </a:solidFill>
                <a:latin typeface="微软雅黑" panose="020B0503020204020204" pitchFamily="34" charset="-122"/>
                <a:ea typeface="微软雅黑" panose="020B0503020204020204" pitchFamily="34" charset="-122"/>
              </a:rPr>
              <a:t>5.2</a:t>
            </a:r>
            <a:r>
              <a:rPr lang="zh-CN" altLang="en-US" sz="4000" b="1" dirty="0">
                <a:solidFill>
                  <a:srgbClr val="000000"/>
                </a:solidFill>
                <a:latin typeface="微软雅黑" panose="020B0503020204020204" pitchFamily="34" charset="-122"/>
                <a:ea typeface="微软雅黑" panose="020B0503020204020204" pitchFamily="34" charset="-122"/>
              </a:rPr>
              <a:t>；</a:t>
            </a:r>
            <a:r>
              <a:rPr lang="en-US" altLang="zh-CN" sz="4000" b="1" dirty="0">
                <a:solidFill>
                  <a:srgbClr val="000000"/>
                </a:solidFill>
                <a:latin typeface="微软雅黑" panose="020B0503020204020204" pitchFamily="34" charset="-122"/>
                <a:ea typeface="微软雅黑" panose="020B0503020204020204" pitchFamily="34" charset="-122"/>
              </a:rPr>
              <a:t>5.4</a:t>
            </a:r>
            <a:r>
              <a:rPr lang="zh-CN" altLang="en-US" sz="4000" b="1" dirty="0">
                <a:solidFill>
                  <a:srgbClr val="000000"/>
                </a:solidFill>
                <a:latin typeface="微软雅黑" panose="020B0503020204020204" pitchFamily="34" charset="-122"/>
                <a:ea typeface="微软雅黑" panose="020B0503020204020204" pitchFamily="34" charset="-122"/>
              </a:rPr>
              <a:t>；</a:t>
            </a:r>
            <a:r>
              <a:rPr lang="en-US" altLang="zh-CN" sz="4000" b="1" dirty="0">
                <a:solidFill>
                  <a:srgbClr val="000000"/>
                </a:solidFill>
                <a:latin typeface="微软雅黑" panose="020B0503020204020204" pitchFamily="34" charset="-122"/>
                <a:ea typeface="微软雅黑" panose="020B0503020204020204" pitchFamily="34" charset="-122"/>
              </a:rPr>
              <a:t>5.12</a:t>
            </a:r>
            <a:r>
              <a:rPr lang="zh-CN" altLang="en-US" sz="4000" b="1" dirty="0">
                <a:solidFill>
                  <a:srgbClr val="000000"/>
                </a:solidFill>
                <a:latin typeface="微软雅黑" panose="020B0503020204020204" pitchFamily="34" charset="-122"/>
                <a:ea typeface="微软雅黑" panose="020B0503020204020204" pitchFamily="34" charset="-122"/>
              </a:rPr>
              <a:t>；</a:t>
            </a:r>
            <a:r>
              <a:rPr lang="en-US" altLang="zh-CN" sz="4000" b="1" dirty="0">
                <a:solidFill>
                  <a:srgbClr val="000000"/>
                </a:solidFill>
                <a:latin typeface="微软雅黑" panose="020B0503020204020204" pitchFamily="34" charset="-122"/>
                <a:ea typeface="微软雅黑" panose="020B0503020204020204" pitchFamily="34" charset="-122"/>
              </a:rPr>
              <a:t>5.14</a:t>
            </a:r>
            <a:r>
              <a:rPr lang="zh-CN" altLang="en-US" sz="4000" b="1" dirty="0">
                <a:solidFill>
                  <a:srgbClr val="000000"/>
                </a:solidFill>
                <a:latin typeface="微软雅黑" panose="020B0503020204020204" pitchFamily="34" charset="-122"/>
                <a:ea typeface="微软雅黑" panose="020B0503020204020204" pitchFamily="34" charset="-122"/>
              </a:rPr>
              <a:t>；</a:t>
            </a:r>
            <a:r>
              <a:rPr lang="en-US" altLang="zh-CN" sz="4000" b="1" dirty="0">
                <a:solidFill>
                  <a:srgbClr val="000000"/>
                </a:solidFill>
                <a:latin typeface="微软雅黑" panose="020B0503020204020204" pitchFamily="34" charset="-122"/>
                <a:ea typeface="微软雅黑" panose="020B0503020204020204" pitchFamily="34" charset="-122"/>
              </a:rPr>
              <a:t>5.19.</a:t>
            </a:r>
            <a:endParaRPr lang="zh-CN" altLang="en-US" sz="4000" b="1" dirty="0">
              <a:solidFill>
                <a:srgbClr val="000000"/>
              </a:solidFill>
              <a:latin typeface="微软雅黑" panose="020B0503020204020204" pitchFamily="34" charset="-122"/>
              <a:ea typeface="微软雅黑" panose="020B0503020204020204" pitchFamily="34" charset="-122"/>
            </a:endParaRPr>
          </a:p>
        </p:txBody>
      </p:sp>
      <p:sp>
        <p:nvSpPr>
          <p:cNvPr id="4506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a:t>
            </a:fld>
            <a:endParaRPr lang="zh-CN" alt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Rot="1"/>
          </p:cNvSpPr>
          <p:nvPr>
            <p:ph type="title"/>
          </p:nvPr>
        </p:nvSpPr>
        <p:spPr>
          <a:xfrm>
            <a:off x="450850" y="304800"/>
            <a:ext cx="8540750" cy="1143000"/>
          </a:xfrm>
        </p:spPr>
        <p:txBody>
          <a:bodyPr vert="horz" wrap="square" lIns="91440" tIns="45720" rIns="91440" bIns="45720" anchor="ctr" anchorCtr="0"/>
          <a:lstStyle/>
          <a:p>
            <a:pPr algn="l" eaLnBrk="1" hangingPunct="1"/>
            <a:r>
              <a:rPr lang="zh-CN" altLang="en-US" sz="3600" b="1" dirty="0">
                <a:solidFill>
                  <a:srgbClr val="000000"/>
                </a:solidFill>
                <a:latin typeface="微软雅黑" panose="020B0503020204020204" pitchFamily="34" charset="-122"/>
                <a:ea typeface="微软雅黑" panose="020B0503020204020204" pitchFamily="34" charset="-122"/>
              </a:rPr>
              <a:t>主要内容：</a:t>
            </a:r>
          </a:p>
        </p:txBody>
      </p:sp>
      <p:sp>
        <p:nvSpPr>
          <p:cNvPr id="46083" name="Rectangle 4"/>
          <p:cNvSpPr>
            <a:spLocks noGrp="1" noRot="1"/>
          </p:cNvSpPr>
          <p:nvPr>
            <p:ph idx="1"/>
          </p:nvPr>
        </p:nvSpPr>
        <p:spPr>
          <a:xfrm>
            <a:off x="377825" y="1447800"/>
            <a:ext cx="8540750" cy="4194175"/>
          </a:xfrm>
        </p:spPr>
        <p:txBody>
          <a:bodyPr vert="horz" wrap="square" lIns="91440" tIns="45720" rIns="91440" bIns="45720" anchor="t" anchorCtr="0"/>
          <a:lstStyle/>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§5.1  引言</a:t>
            </a:r>
            <a:endParaRPr lang="zh-CN" altLang="en-US"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§5.2  随机变量的描述</a:t>
            </a:r>
            <a:endParaRPr lang="zh-CN" altLang="en-US"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§5.3  离散随机过程</a:t>
            </a:r>
            <a:endParaRPr lang="zh-CN" altLang="en-US"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§5.4  时间平均</a:t>
            </a:r>
            <a:endParaRPr lang="zh-CN" altLang="en-US"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§5.5  相关序列和协方差序列的性质</a:t>
            </a:r>
            <a:endParaRPr lang="zh-CN" altLang="en-US"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§5.6  功率谱</a:t>
            </a:r>
            <a:endParaRPr lang="zh-CN" altLang="en-US"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§5.7  离散随机信号通过线性非移变系统</a:t>
            </a:r>
            <a:endParaRPr lang="zh-CN" altLang="en-US"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buNone/>
            </a:pPr>
            <a:endParaRPr lang="zh-CN" altLang="en-US" dirty="0">
              <a:solidFill>
                <a:srgbClr val="0000FF"/>
              </a:solidFill>
              <a:latin typeface="Times New Roman" panose="02020603050405020304" pitchFamily="18" charset="0"/>
            </a:endParaRPr>
          </a:p>
        </p:txBody>
      </p:sp>
      <p:sp>
        <p:nvSpPr>
          <p:cNvPr id="46084"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a:t>
            </a:fld>
            <a:endParaRPr lang="zh-CN"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14"/>
          <p:cNvSpPr>
            <a:spLocks noGrp="1" noRot="1"/>
          </p:cNvSpPr>
          <p:nvPr>
            <p:ph type="title"/>
          </p:nvPr>
        </p:nvSpPr>
        <p:spPr>
          <a:xfrm>
            <a:off x="152400" y="457200"/>
            <a:ext cx="8540750" cy="838200"/>
          </a:xfrm>
        </p:spPr>
        <p:txBody>
          <a:bodyPr vert="horz" wrap="square" lIns="91440" tIns="45720" rIns="91440" bIns="45720" anchor="ctr" anchorCtr="0"/>
          <a:lstStyle/>
          <a:p>
            <a:pPr algn="l" eaLnBrk="1" hangingPunct="1"/>
            <a:r>
              <a:rPr lang="zh-CN" altLang="en-US" sz="3600" b="1" dirty="0">
                <a:solidFill>
                  <a:srgbClr val="000000"/>
                </a:solidFill>
                <a:latin typeface="微软雅黑" panose="020B0503020204020204" pitchFamily="34" charset="-122"/>
                <a:ea typeface="微软雅黑" panose="020B0503020204020204" pitchFamily="34" charset="-122"/>
              </a:rPr>
              <a:t>§5.1  引言</a:t>
            </a:r>
            <a:r>
              <a:rPr lang="zh-CN" altLang="en-US" sz="2800" b="1" dirty="0">
                <a:solidFill>
                  <a:srgbClr val="000000"/>
                </a:solidFill>
                <a:latin typeface="微软雅黑" panose="020B0503020204020204" pitchFamily="34" charset="-122"/>
                <a:ea typeface="微软雅黑" panose="020B0503020204020204" pitchFamily="34" charset="-122"/>
              </a:rPr>
              <a:t>（</a:t>
            </a:r>
            <a:r>
              <a:rPr lang="en-US" altLang="zh-CN" sz="2800" b="1" dirty="0">
                <a:solidFill>
                  <a:srgbClr val="000000"/>
                </a:solidFill>
                <a:latin typeface="微软雅黑" panose="020B0503020204020204" pitchFamily="34" charset="-122"/>
                <a:ea typeface="微软雅黑" panose="020B0503020204020204" pitchFamily="34" charset="-122"/>
              </a:rPr>
              <a:t>Introduction）</a:t>
            </a:r>
            <a:endParaRPr lang="zh-CN" altLang="en-US" sz="2800" dirty="0">
              <a:solidFill>
                <a:srgbClr val="000000"/>
              </a:solidFill>
              <a:latin typeface="微软雅黑" panose="020B0503020204020204" pitchFamily="34" charset="-122"/>
              <a:ea typeface="微软雅黑" panose="020B0503020204020204" pitchFamily="34" charset="-122"/>
            </a:endParaRPr>
          </a:p>
        </p:txBody>
      </p:sp>
      <p:sp>
        <p:nvSpPr>
          <p:cNvPr id="1030" name="Rectangle 15"/>
          <p:cNvSpPr>
            <a:spLocks noGrp="1" noRot="1"/>
          </p:cNvSpPr>
          <p:nvPr>
            <p:ph idx="1"/>
          </p:nvPr>
        </p:nvSpPr>
        <p:spPr>
          <a:xfrm>
            <a:off x="301625" y="1139825"/>
            <a:ext cx="8540750" cy="5313363"/>
          </a:xfrm>
        </p:spPr>
        <p:txBody>
          <a:bodyPr vert="horz" wrap="square" lIns="91440" tIns="45720" rIns="91440" bIns="45720" anchor="t" anchorCtr="0"/>
          <a:lstStyle/>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离散时间信号可分成两大类：</a:t>
            </a:r>
          </a:p>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		离散时间</a:t>
            </a:r>
            <a:r>
              <a:rPr lang="zh-CN" altLang="en-US" sz="2800" b="1" dirty="0">
                <a:solidFill>
                  <a:srgbClr val="FF0000"/>
                </a:solidFill>
                <a:latin typeface="微软雅黑" panose="020B0503020204020204" pitchFamily="34" charset="-122"/>
                <a:ea typeface="微软雅黑" panose="020B0503020204020204" pitchFamily="34" charset="-122"/>
              </a:rPr>
              <a:t>确定信号</a:t>
            </a:r>
            <a:r>
              <a:rPr lang="zh-CN" altLang="en-US" sz="2800" b="1" dirty="0">
                <a:solidFill>
                  <a:srgbClr val="000000"/>
                </a:solidFill>
                <a:latin typeface="微软雅黑" panose="020B0503020204020204" pitchFamily="34" charset="-122"/>
                <a:ea typeface="微软雅黑" panose="020B0503020204020204" pitchFamily="34" charset="-122"/>
              </a:rPr>
              <a:t>和离散时间</a:t>
            </a:r>
            <a:r>
              <a:rPr lang="zh-CN" altLang="en-US" sz="2800" b="1" dirty="0">
                <a:solidFill>
                  <a:srgbClr val="FF0000"/>
                </a:solidFill>
                <a:latin typeface="微软雅黑" panose="020B0503020204020204" pitchFamily="34" charset="-122"/>
                <a:ea typeface="微软雅黑" panose="020B0503020204020204" pitchFamily="34" charset="-122"/>
              </a:rPr>
              <a:t>随机信号</a:t>
            </a:r>
            <a:r>
              <a:rPr lang="zh-CN" altLang="en-US" sz="2800" b="1" dirty="0">
                <a:solidFill>
                  <a:srgbClr val="000000"/>
                </a:solidFill>
                <a:latin typeface="微软雅黑" panose="020B0503020204020204" pitchFamily="34" charset="-122"/>
                <a:ea typeface="微软雅黑" panose="020B0503020204020204" pitchFamily="34" charset="-122"/>
              </a:rPr>
              <a:t>。</a:t>
            </a:r>
          </a:p>
          <a:p>
            <a:pPr eaLnBrk="1" hangingPunct="1">
              <a:lnSpc>
                <a:spcPct val="120000"/>
              </a:lnSpc>
              <a:buNone/>
            </a:pPr>
            <a:endParaRPr lang="zh-CN" altLang="en-US" b="1"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buNone/>
            </a:pPr>
            <a:endParaRPr lang="zh-CN" altLang="en-US" b="1"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5.2.1  概率分布函数</a:t>
            </a:r>
          </a:p>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单个随机变量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的概率分布函数定义为：它的取值不</a:t>
            </a:r>
          </a:p>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超过某个特定值    的概率，即：            </a:t>
            </a:r>
          </a:p>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						的概率</a:t>
            </a:r>
          </a:p>
        </p:txBody>
      </p:sp>
      <p:sp>
        <p:nvSpPr>
          <p:cNvPr id="1031" name="Rectangle 16"/>
          <p:cNvSpPr>
            <a:spLocks noRot="1"/>
          </p:cNvSpPr>
          <p:nvPr/>
        </p:nvSpPr>
        <p:spPr>
          <a:xfrm>
            <a:off x="298450" y="2590800"/>
            <a:ext cx="8540750" cy="1295400"/>
          </a:xfrm>
          <a:prstGeom prst="rect">
            <a:avLst/>
          </a:prstGeom>
          <a:noFill/>
          <a:ln w="9525">
            <a:noFill/>
          </a:ln>
        </p:spPr>
        <p:txBody>
          <a:bodyPr anchor="ctr" anchorCtr="0"/>
          <a:lstStyle/>
          <a:p>
            <a:pPr eaLnBrk="1" hangingPunct="1">
              <a:lnSpc>
                <a:spcPct val="70000"/>
              </a:lnSpc>
              <a:spcBef>
                <a:spcPct val="20000"/>
              </a:spcBef>
              <a:buClr>
                <a:schemeClr val="hlink"/>
              </a:buClr>
              <a:buSzPct val="75000"/>
              <a:buFont typeface="Wingdings" panose="05000000000000000000" pitchFamily="2" charset="2"/>
              <a:buNone/>
            </a:pPr>
            <a:r>
              <a:rPr lang="en-US" altLang="zh-CN" sz="3600" b="1" dirty="0">
                <a:solidFill>
                  <a:srgbClr val="0000FF"/>
                </a:solidFill>
                <a:latin typeface="Times New Roman" panose="02020603050405020304" pitchFamily="18" charset="0"/>
                <a:cs typeface="Times New Roman" panose="02020603050405020304" pitchFamily="18" charset="0"/>
              </a:rPr>
              <a:t>§</a:t>
            </a:r>
            <a:r>
              <a:rPr lang="en-US" altLang="zh-CN" sz="3600" b="1" dirty="0">
                <a:solidFill>
                  <a:srgbClr val="000000"/>
                </a:solidFill>
                <a:latin typeface="微软雅黑" panose="020B0503020204020204" pitchFamily="34" charset="-122"/>
                <a:ea typeface="微软雅黑" panose="020B0503020204020204" pitchFamily="34" charset="-122"/>
              </a:rPr>
              <a:t>5.2  </a:t>
            </a:r>
            <a:r>
              <a:rPr lang="zh-CN" altLang="en-US" sz="3600" b="1" dirty="0">
                <a:solidFill>
                  <a:srgbClr val="000000"/>
                </a:solidFill>
                <a:latin typeface="微软雅黑" panose="020B0503020204020204" pitchFamily="34" charset="-122"/>
                <a:ea typeface="微软雅黑" panose="020B0503020204020204" pitchFamily="34" charset="-122"/>
              </a:rPr>
              <a:t>随机变量的描述</a:t>
            </a:r>
          </a:p>
          <a:p>
            <a:pPr eaLnBrk="1" hangingPunct="1">
              <a:lnSpc>
                <a:spcPct val="70000"/>
              </a:lnSpc>
              <a:spcBef>
                <a:spcPct val="20000"/>
              </a:spcBef>
              <a:buClr>
                <a:schemeClr val="hlink"/>
              </a:buClr>
              <a:buSzPct val="75000"/>
              <a:buFont typeface="Wingdings" panose="05000000000000000000" pitchFamily="2" charset="2"/>
              <a:buNone/>
            </a:pPr>
            <a:r>
              <a:rPr lang="zh-CN" altLang="en-US" sz="2800" b="1" dirty="0">
                <a:solidFill>
                  <a:srgbClr val="000000"/>
                </a:solidFill>
                <a:latin typeface="微软雅黑" panose="020B0503020204020204" pitchFamily="34" charset="-122"/>
                <a:ea typeface="微软雅黑" panose="020B0503020204020204" pitchFamily="34" charset="-122"/>
              </a:rPr>
              <a:t>(</a:t>
            </a:r>
            <a:r>
              <a:rPr lang="en-US" altLang="zh-CN" sz="2800" b="1" dirty="0">
                <a:solidFill>
                  <a:srgbClr val="000000"/>
                </a:solidFill>
                <a:latin typeface="微软雅黑" panose="020B0503020204020204" pitchFamily="34" charset="-122"/>
                <a:ea typeface="微软雅黑" panose="020B0503020204020204" pitchFamily="34" charset="-122"/>
              </a:rPr>
              <a:t>The Discription of Random Variables</a:t>
            </a:r>
            <a:r>
              <a:rPr lang="en-US" altLang="zh-CN" sz="2800" b="1" dirty="0">
                <a:solidFill>
                  <a:srgbClr val="0000FF"/>
                </a:solidFill>
                <a:latin typeface="Times New Roman" panose="02020603050405020304" pitchFamily="18" charset="0"/>
                <a:cs typeface="Times New Roman" panose="02020603050405020304" pitchFamily="18" charset="0"/>
              </a:rPr>
              <a:t>)</a:t>
            </a:r>
            <a:r>
              <a:rPr lang="en-US" altLang="zh-CN" sz="2800" b="1" dirty="0">
                <a:solidFill>
                  <a:srgbClr val="0000FF"/>
                </a:solidFill>
                <a:latin typeface="Times New Roman" panose="02020603050405020304" pitchFamily="18" charset="0"/>
              </a:rPr>
              <a:t> </a:t>
            </a:r>
            <a:endParaRPr lang="zh-CN" altLang="en-US" sz="2800" b="1" dirty="0">
              <a:solidFill>
                <a:srgbClr val="0000FF"/>
              </a:solidFill>
              <a:latin typeface="Arial" panose="020B0604020202020204" pitchFamily="34" charset="0"/>
            </a:endParaRPr>
          </a:p>
        </p:txBody>
      </p:sp>
      <p:sp>
        <p:nvSpPr>
          <p:cNvPr id="1032"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a:t>
            </a:fld>
            <a:endParaRPr lang="zh-CN" altLang="en-US" sz="1400" dirty="0"/>
          </a:p>
        </p:txBody>
      </p:sp>
      <p:graphicFrame>
        <p:nvGraphicFramePr>
          <p:cNvPr id="1026" name="Object 8"/>
          <p:cNvGraphicFramePr>
            <a:graphicFrameLocks noChangeAspect="1"/>
          </p:cNvGraphicFramePr>
          <p:nvPr/>
        </p:nvGraphicFramePr>
        <p:xfrm>
          <a:off x="4495800" y="3359150"/>
          <a:ext cx="152400" cy="139700"/>
        </p:xfrm>
        <a:graphic>
          <a:graphicData uri="http://schemas.openxmlformats.org/presentationml/2006/ole">
            <mc:AlternateContent xmlns:mc="http://schemas.openxmlformats.org/markup-compatibility/2006">
              <mc:Choice xmlns:v="urn:schemas-microsoft-com:vml" Requires="v">
                <p:oleObj r:id="rId2" imgW="152400" imgH="139700" progId="Equation.DSMT4">
                  <p:embed/>
                </p:oleObj>
              </mc:Choice>
              <mc:Fallback>
                <p:oleObj r:id="rId2" imgW="152400" imgH="139700" progId="Equation.DSMT4">
                  <p:embed/>
                  <p:pic>
                    <p:nvPicPr>
                      <p:cNvPr id="0" name="图片 3075"/>
                      <p:cNvPicPr/>
                      <p:nvPr/>
                    </p:nvPicPr>
                    <p:blipFill>
                      <a:blip r:embed="rId3"/>
                      <a:stretch>
                        <a:fillRect/>
                      </a:stretch>
                    </p:blipFill>
                    <p:spPr>
                      <a:xfrm>
                        <a:off x="4495800" y="3359150"/>
                        <a:ext cx="152400" cy="139700"/>
                      </a:xfrm>
                      <a:prstGeom prst="rect">
                        <a:avLst/>
                      </a:prstGeom>
                      <a:noFill/>
                      <a:ln w="38100">
                        <a:noFill/>
                        <a:miter/>
                      </a:ln>
                    </p:spPr>
                  </p:pic>
                </p:oleObj>
              </mc:Fallback>
            </mc:AlternateContent>
          </a:graphicData>
        </a:graphic>
      </p:graphicFrame>
      <p:graphicFrame>
        <p:nvGraphicFramePr>
          <p:cNvPr id="1027" name="Object 9"/>
          <p:cNvGraphicFramePr>
            <a:graphicFrameLocks noChangeAspect="1"/>
          </p:cNvGraphicFramePr>
          <p:nvPr/>
        </p:nvGraphicFramePr>
        <p:xfrm>
          <a:off x="2843213" y="5084763"/>
          <a:ext cx="436562" cy="400050"/>
        </p:xfrm>
        <a:graphic>
          <a:graphicData uri="http://schemas.openxmlformats.org/presentationml/2006/ole">
            <mc:AlternateContent xmlns:mc="http://schemas.openxmlformats.org/markup-compatibility/2006">
              <mc:Choice xmlns:v="urn:schemas-microsoft-com:vml" Requires="v">
                <p:oleObj r:id="rId4" imgW="152400" imgH="139700" progId="Equation.DSMT4">
                  <p:embed/>
                </p:oleObj>
              </mc:Choice>
              <mc:Fallback>
                <p:oleObj r:id="rId4" imgW="152400" imgH="139700" progId="Equation.DSMT4">
                  <p:embed/>
                  <p:pic>
                    <p:nvPicPr>
                      <p:cNvPr id="0" name="图片 3077"/>
                      <p:cNvPicPr/>
                      <p:nvPr/>
                    </p:nvPicPr>
                    <p:blipFill>
                      <a:blip r:embed="rId5"/>
                      <a:stretch>
                        <a:fillRect/>
                      </a:stretch>
                    </p:blipFill>
                    <p:spPr>
                      <a:xfrm>
                        <a:off x="2843213" y="5084763"/>
                        <a:ext cx="436562" cy="400050"/>
                      </a:xfrm>
                      <a:prstGeom prst="rect">
                        <a:avLst/>
                      </a:prstGeom>
                      <a:noFill/>
                      <a:ln w="38100">
                        <a:noFill/>
                        <a:miter/>
                      </a:ln>
                    </p:spPr>
                  </p:pic>
                </p:oleObj>
              </mc:Fallback>
            </mc:AlternateContent>
          </a:graphicData>
        </a:graphic>
      </p:graphicFrame>
      <p:graphicFrame>
        <p:nvGraphicFramePr>
          <p:cNvPr id="1028" name="Object 10"/>
          <p:cNvGraphicFramePr>
            <a:graphicFrameLocks noChangeAspect="1"/>
          </p:cNvGraphicFramePr>
          <p:nvPr/>
        </p:nvGraphicFramePr>
        <p:xfrm>
          <a:off x="1868488" y="5661025"/>
          <a:ext cx="2838450" cy="576263"/>
        </p:xfrm>
        <a:graphic>
          <a:graphicData uri="http://schemas.openxmlformats.org/presentationml/2006/ole">
            <mc:AlternateContent xmlns:mc="http://schemas.openxmlformats.org/markup-compatibility/2006">
              <mc:Choice xmlns:v="urn:schemas-microsoft-com:vml" Requires="v">
                <p:oleObj r:id="rId6" imgW="1079500" imgH="228600" progId="Equation.DSMT4">
                  <p:embed/>
                </p:oleObj>
              </mc:Choice>
              <mc:Fallback>
                <p:oleObj r:id="rId6" imgW="1079500" imgH="228600" progId="Equation.DSMT4">
                  <p:embed/>
                  <p:pic>
                    <p:nvPicPr>
                      <p:cNvPr id="0" name="图片 3076"/>
                      <p:cNvPicPr/>
                      <p:nvPr/>
                    </p:nvPicPr>
                    <p:blipFill>
                      <a:blip r:embed="rId7"/>
                      <a:stretch>
                        <a:fillRect/>
                      </a:stretch>
                    </p:blipFill>
                    <p:spPr>
                      <a:xfrm>
                        <a:off x="1868488" y="5661025"/>
                        <a:ext cx="2838450" cy="576263"/>
                      </a:xfrm>
                      <a:prstGeom prst="rect">
                        <a:avLst/>
                      </a:prstGeom>
                      <a:noFill/>
                      <a:ln w="38100">
                        <a:noFill/>
                        <a:miter/>
                      </a:ln>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Rectangle 3"/>
          <p:cNvSpPr/>
          <p:nvPr/>
        </p:nvSpPr>
        <p:spPr>
          <a:xfrm>
            <a:off x="2611438" y="2366963"/>
            <a:ext cx="9144000" cy="0"/>
          </a:xfrm>
          <a:prstGeom prst="rect">
            <a:avLst/>
          </a:prstGeom>
          <a:noFill/>
          <a:ln w="9525">
            <a:noFill/>
          </a:ln>
        </p:spPr>
        <p:txBody>
          <a:bodyPr>
            <a:spAutoFit/>
          </a:bodyPr>
          <a:lstStyle/>
          <a:p>
            <a:pPr eaLnBrk="1" hangingPunct="1"/>
            <a:endParaRPr lang="zh-CN" altLang="en-US" b="1" dirty="0">
              <a:latin typeface="Arial" panose="020B0604020202020204" pitchFamily="34" charset="0"/>
            </a:endParaRPr>
          </a:p>
        </p:txBody>
      </p:sp>
      <p:sp>
        <p:nvSpPr>
          <p:cNvPr id="2059" name="Rectangle 7"/>
          <p:cNvSpPr>
            <a:spLocks noGrp="1" noRot="1"/>
          </p:cNvSpPr>
          <p:nvPr>
            <p:ph idx="1"/>
          </p:nvPr>
        </p:nvSpPr>
        <p:spPr>
          <a:xfrm>
            <a:off x="152400" y="188913"/>
            <a:ext cx="9067800" cy="6592887"/>
          </a:xfrm>
        </p:spPr>
        <p:txBody>
          <a:bodyPr vert="horz" wrap="square" lIns="91440" tIns="45720" rIns="91440" bIns="45720" anchor="t" anchorCtr="0"/>
          <a:lstStyle/>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如果</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是连续随机变量，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a:t>
            </a:r>
            <a:r>
              <a:rPr lang="zh-CN" altLang="en-US" sz="2800" b="1" dirty="0">
                <a:solidFill>
                  <a:srgbClr val="FF0000"/>
                </a:solidFill>
                <a:latin typeface="微软雅黑" panose="020B0503020204020204" pitchFamily="34" charset="-122"/>
                <a:ea typeface="微软雅黑" panose="020B0503020204020204" pitchFamily="34" charset="-122"/>
              </a:rPr>
              <a:t>概率密度函数</a:t>
            </a:r>
            <a:r>
              <a:rPr lang="zh-CN" altLang="en-US" sz="2800" b="1" dirty="0">
                <a:solidFill>
                  <a:srgbClr val="000000"/>
                </a:solidFill>
                <a:latin typeface="微软雅黑" panose="020B0503020204020204" pitchFamily="34" charset="-122"/>
                <a:ea typeface="微软雅黑" panose="020B0503020204020204" pitchFamily="34" charset="-122"/>
              </a:rPr>
              <a:t>定义为：</a:t>
            </a:r>
          </a:p>
          <a:p>
            <a:pPr algn="just" eaLnBrk="1" hangingPunct="1">
              <a:lnSpc>
                <a:spcPct val="11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如果</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是离散随机变量，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a:t>
            </a:r>
            <a:r>
              <a:rPr lang="zh-CN" altLang="en-US" sz="2800" b="1" dirty="0">
                <a:solidFill>
                  <a:srgbClr val="FF0000"/>
                </a:solidFill>
                <a:latin typeface="微软雅黑" panose="020B0503020204020204" pitchFamily="34" charset="-122"/>
                <a:ea typeface="微软雅黑" panose="020B0503020204020204" pitchFamily="34" charset="-122"/>
              </a:rPr>
              <a:t>概率质量函数</a:t>
            </a:r>
            <a:r>
              <a:rPr lang="zh-CN" altLang="en-US" sz="2800" b="1" dirty="0">
                <a:solidFill>
                  <a:srgbClr val="000000"/>
                </a:solidFill>
                <a:latin typeface="微软雅黑" panose="020B0503020204020204" pitchFamily="34" charset="-122"/>
                <a:ea typeface="微软雅黑" panose="020B0503020204020204" pitchFamily="34" charset="-122"/>
              </a:rPr>
              <a:t>定义为：</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                                         </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概率质量函数与概率分布函数的关系为：</a:t>
            </a:r>
          </a:p>
          <a:p>
            <a:pPr algn="just" eaLnBrk="1" hangingPunct="1">
              <a:lnSpc>
                <a:spcPct val="11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10000"/>
              </a:lnSpc>
              <a:buNone/>
            </a:pPr>
            <a:r>
              <a:rPr lang="zh-CN" altLang="en-US" b="1" dirty="0">
                <a:solidFill>
                  <a:srgbClr val="000000"/>
                </a:solidFill>
                <a:latin typeface="微软雅黑" panose="020B0503020204020204" pitchFamily="34" charset="-122"/>
                <a:ea typeface="微软雅黑" panose="020B0503020204020204" pitchFamily="34" charset="-122"/>
              </a:rPr>
              <a:t>5.2.2  均值</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的均值(数学期望)定义为：</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                                    或                         </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式中，</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是</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的离散值域，       是概率质量函数。</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      表示随机变量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的统计平均或集合平均，简称均值。 </a:t>
            </a:r>
          </a:p>
        </p:txBody>
      </p:sp>
      <p:graphicFrame>
        <p:nvGraphicFramePr>
          <p:cNvPr id="2050" name="Object 19"/>
          <p:cNvGraphicFramePr>
            <a:graphicFrameLocks noChangeAspect="1"/>
          </p:cNvGraphicFramePr>
          <p:nvPr/>
        </p:nvGraphicFramePr>
        <p:xfrm>
          <a:off x="3995738" y="5300663"/>
          <a:ext cx="925512" cy="533400"/>
        </p:xfrm>
        <a:graphic>
          <a:graphicData uri="http://schemas.openxmlformats.org/presentationml/2006/ole">
            <mc:AlternateContent xmlns:mc="http://schemas.openxmlformats.org/markup-compatibility/2006">
              <mc:Choice xmlns:v="urn:schemas-microsoft-com:vml" Requires="v">
                <p:oleObj r:id="rId3" imgW="393700" imgH="228600" progId="Equation.DSMT4">
                  <p:embed/>
                </p:oleObj>
              </mc:Choice>
              <mc:Fallback>
                <p:oleObj r:id="rId3" imgW="393700" imgH="228600" progId="Equation.DSMT4">
                  <p:embed/>
                  <p:pic>
                    <p:nvPicPr>
                      <p:cNvPr id="0" name="图片 3081"/>
                      <p:cNvPicPr/>
                      <p:nvPr/>
                    </p:nvPicPr>
                    <p:blipFill>
                      <a:blip r:embed="rId4"/>
                      <a:stretch>
                        <a:fillRect/>
                      </a:stretch>
                    </p:blipFill>
                    <p:spPr>
                      <a:xfrm>
                        <a:off x="3995738" y="5300663"/>
                        <a:ext cx="925512" cy="533400"/>
                      </a:xfrm>
                      <a:prstGeom prst="rect">
                        <a:avLst/>
                      </a:prstGeom>
                      <a:noFill/>
                      <a:ln w="38100">
                        <a:noFill/>
                        <a:miter/>
                      </a:ln>
                    </p:spPr>
                  </p:pic>
                </p:oleObj>
              </mc:Fallback>
            </mc:AlternateContent>
          </a:graphicData>
        </a:graphic>
      </p:graphicFrame>
      <p:graphicFrame>
        <p:nvGraphicFramePr>
          <p:cNvPr id="2051" name="Object 20"/>
          <p:cNvGraphicFramePr>
            <a:graphicFrameLocks noChangeAspect="1"/>
          </p:cNvGraphicFramePr>
          <p:nvPr/>
        </p:nvGraphicFramePr>
        <p:xfrm>
          <a:off x="250825" y="5876925"/>
          <a:ext cx="481013" cy="533400"/>
        </p:xfrm>
        <a:graphic>
          <a:graphicData uri="http://schemas.openxmlformats.org/presentationml/2006/ole">
            <mc:AlternateContent xmlns:mc="http://schemas.openxmlformats.org/markup-compatibility/2006">
              <mc:Choice xmlns:v="urn:schemas-microsoft-com:vml" Requires="v">
                <p:oleObj r:id="rId5" imgW="203200" imgH="228600" progId="Equation.DSMT4">
                  <p:embed/>
                </p:oleObj>
              </mc:Choice>
              <mc:Fallback>
                <p:oleObj r:id="rId5" imgW="203200" imgH="228600" progId="Equation.DSMT4">
                  <p:embed/>
                  <p:pic>
                    <p:nvPicPr>
                      <p:cNvPr id="0" name="图片 3079"/>
                      <p:cNvPicPr/>
                      <p:nvPr/>
                    </p:nvPicPr>
                    <p:blipFill>
                      <a:blip r:embed="rId6"/>
                      <a:stretch>
                        <a:fillRect/>
                      </a:stretch>
                    </p:blipFill>
                    <p:spPr>
                      <a:xfrm>
                        <a:off x="250825" y="5876925"/>
                        <a:ext cx="481013" cy="533400"/>
                      </a:xfrm>
                      <a:prstGeom prst="rect">
                        <a:avLst/>
                      </a:prstGeom>
                      <a:noFill/>
                      <a:ln w="38100">
                        <a:noFill/>
                        <a:miter/>
                      </a:ln>
                    </p:spPr>
                  </p:pic>
                </p:oleObj>
              </mc:Fallback>
            </mc:AlternateContent>
          </a:graphicData>
        </a:graphic>
      </p:graphicFrame>
      <p:sp>
        <p:nvSpPr>
          <p:cNvPr id="2060"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5</a:t>
            </a:fld>
            <a:endParaRPr lang="zh-CN" altLang="en-US" sz="1400" dirty="0"/>
          </a:p>
        </p:txBody>
      </p:sp>
      <p:graphicFrame>
        <p:nvGraphicFramePr>
          <p:cNvPr id="2052" name="Object 16"/>
          <p:cNvGraphicFramePr>
            <a:graphicFrameLocks noChangeAspect="1"/>
          </p:cNvGraphicFramePr>
          <p:nvPr/>
        </p:nvGraphicFramePr>
        <p:xfrm>
          <a:off x="1187450" y="620713"/>
          <a:ext cx="2084388" cy="720725"/>
        </p:xfrm>
        <a:graphic>
          <a:graphicData uri="http://schemas.openxmlformats.org/presentationml/2006/ole">
            <mc:AlternateContent xmlns:mc="http://schemas.openxmlformats.org/markup-compatibility/2006">
              <mc:Choice xmlns:v="urn:schemas-microsoft-com:vml" Requires="v">
                <p:oleObj r:id="rId7" imgW="1002665" imgH="393700" progId="Equation.DSMT4">
                  <p:embed/>
                </p:oleObj>
              </mc:Choice>
              <mc:Fallback>
                <p:oleObj r:id="rId7" imgW="1002665" imgH="393700" progId="Equation.DSMT4">
                  <p:embed/>
                  <p:pic>
                    <p:nvPicPr>
                      <p:cNvPr id="0" name="图片 3084"/>
                      <p:cNvPicPr/>
                      <p:nvPr/>
                    </p:nvPicPr>
                    <p:blipFill>
                      <a:blip r:embed="rId8"/>
                      <a:stretch>
                        <a:fillRect/>
                      </a:stretch>
                    </p:blipFill>
                    <p:spPr>
                      <a:xfrm>
                        <a:off x="1187450" y="620713"/>
                        <a:ext cx="2084388" cy="720725"/>
                      </a:xfrm>
                      <a:prstGeom prst="rect">
                        <a:avLst/>
                      </a:prstGeom>
                      <a:noFill/>
                      <a:ln w="38100">
                        <a:noFill/>
                        <a:miter/>
                      </a:ln>
                    </p:spPr>
                  </p:pic>
                </p:oleObj>
              </mc:Fallback>
            </mc:AlternateContent>
          </a:graphicData>
        </a:graphic>
      </p:graphicFrame>
      <p:graphicFrame>
        <p:nvGraphicFramePr>
          <p:cNvPr id="2053" name="Object 17"/>
          <p:cNvGraphicFramePr>
            <a:graphicFrameLocks noChangeAspect="1"/>
          </p:cNvGraphicFramePr>
          <p:nvPr/>
        </p:nvGraphicFramePr>
        <p:xfrm>
          <a:off x="4284663" y="549275"/>
          <a:ext cx="3024187" cy="863600"/>
        </p:xfrm>
        <a:graphic>
          <a:graphicData uri="http://schemas.openxmlformats.org/presentationml/2006/ole">
            <mc:AlternateContent xmlns:mc="http://schemas.openxmlformats.org/markup-compatibility/2006">
              <mc:Choice xmlns:v="urn:schemas-microsoft-com:vml" Requires="v">
                <p:oleObj r:id="rId9" imgW="1219200" imgH="457200" progId="Equation.DSMT4">
                  <p:embed/>
                </p:oleObj>
              </mc:Choice>
              <mc:Fallback>
                <p:oleObj r:id="rId9" imgW="1219200" imgH="457200" progId="Equation.DSMT4">
                  <p:embed/>
                  <p:pic>
                    <p:nvPicPr>
                      <p:cNvPr id="0" name="图片 3091"/>
                      <p:cNvPicPr/>
                      <p:nvPr/>
                    </p:nvPicPr>
                    <p:blipFill>
                      <a:blip r:embed="rId10"/>
                      <a:stretch>
                        <a:fillRect/>
                      </a:stretch>
                    </p:blipFill>
                    <p:spPr>
                      <a:xfrm>
                        <a:off x="4284663" y="549275"/>
                        <a:ext cx="3024187" cy="863600"/>
                      </a:xfrm>
                      <a:prstGeom prst="rect">
                        <a:avLst/>
                      </a:prstGeom>
                      <a:noFill/>
                      <a:ln w="38100">
                        <a:noFill/>
                        <a:miter/>
                      </a:ln>
                    </p:spPr>
                  </p:pic>
                </p:oleObj>
              </mc:Fallback>
            </mc:AlternateContent>
          </a:graphicData>
        </a:graphic>
      </p:graphicFrame>
      <p:graphicFrame>
        <p:nvGraphicFramePr>
          <p:cNvPr id="2054" name="Object 18"/>
          <p:cNvGraphicFramePr>
            <a:graphicFrameLocks noChangeAspect="1"/>
          </p:cNvGraphicFramePr>
          <p:nvPr/>
        </p:nvGraphicFramePr>
        <p:xfrm>
          <a:off x="1619250" y="1844675"/>
          <a:ext cx="3240088" cy="619125"/>
        </p:xfrm>
        <a:graphic>
          <a:graphicData uri="http://schemas.openxmlformats.org/presentationml/2006/ole">
            <mc:AlternateContent xmlns:mc="http://schemas.openxmlformats.org/markup-compatibility/2006">
              <mc:Choice xmlns:v="urn:schemas-microsoft-com:vml" Requires="v">
                <p:oleObj r:id="rId11" imgW="1143000" imgH="228600" progId="Equation.DSMT4">
                  <p:embed/>
                </p:oleObj>
              </mc:Choice>
              <mc:Fallback>
                <p:oleObj r:id="rId11" imgW="1143000" imgH="228600" progId="Equation.DSMT4">
                  <p:embed/>
                  <p:pic>
                    <p:nvPicPr>
                      <p:cNvPr id="0" name="图片 3087"/>
                      <p:cNvPicPr/>
                      <p:nvPr/>
                    </p:nvPicPr>
                    <p:blipFill>
                      <a:blip r:embed="rId12"/>
                      <a:stretch>
                        <a:fillRect/>
                      </a:stretch>
                    </p:blipFill>
                    <p:spPr>
                      <a:xfrm>
                        <a:off x="1619250" y="1844675"/>
                        <a:ext cx="3240088" cy="619125"/>
                      </a:xfrm>
                      <a:prstGeom prst="rect">
                        <a:avLst/>
                      </a:prstGeom>
                      <a:noFill/>
                      <a:ln w="38100">
                        <a:noFill/>
                        <a:miter/>
                      </a:ln>
                    </p:spPr>
                  </p:pic>
                </p:oleObj>
              </mc:Fallback>
            </mc:AlternateContent>
          </a:graphicData>
        </a:graphic>
      </p:graphicFrame>
      <p:graphicFrame>
        <p:nvGraphicFramePr>
          <p:cNvPr id="2055" name="Object 10"/>
          <p:cNvGraphicFramePr>
            <a:graphicFrameLocks noChangeAspect="1"/>
          </p:cNvGraphicFramePr>
          <p:nvPr/>
        </p:nvGraphicFramePr>
        <p:xfrm>
          <a:off x="2484438" y="2924175"/>
          <a:ext cx="2620962" cy="792163"/>
        </p:xfrm>
        <a:graphic>
          <a:graphicData uri="http://schemas.openxmlformats.org/presentationml/2006/ole">
            <mc:AlternateContent xmlns:mc="http://schemas.openxmlformats.org/markup-compatibility/2006">
              <mc:Choice xmlns:v="urn:schemas-microsoft-com:vml" Requires="v">
                <p:oleObj r:id="rId13" imgW="1066800" imgH="342900" progId="Equation.DSMT4">
                  <p:embed/>
                </p:oleObj>
              </mc:Choice>
              <mc:Fallback>
                <p:oleObj r:id="rId13" imgW="1066800" imgH="342900" progId="Equation.DSMT4">
                  <p:embed/>
                  <p:pic>
                    <p:nvPicPr>
                      <p:cNvPr id="0" name="图片 3092"/>
                      <p:cNvPicPr/>
                      <p:nvPr/>
                    </p:nvPicPr>
                    <p:blipFill>
                      <a:blip r:embed="rId14"/>
                      <a:stretch>
                        <a:fillRect/>
                      </a:stretch>
                    </p:blipFill>
                    <p:spPr>
                      <a:xfrm>
                        <a:off x="2484438" y="2924175"/>
                        <a:ext cx="2620962" cy="792163"/>
                      </a:xfrm>
                      <a:prstGeom prst="rect">
                        <a:avLst/>
                      </a:prstGeom>
                      <a:noFill/>
                      <a:ln w="38100">
                        <a:noFill/>
                        <a:miter/>
                      </a:ln>
                    </p:spPr>
                  </p:pic>
                </p:oleObj>
              </mc:Fallback>
            </mc:AlternateContent>
          </a:graphicData>
        </a:graphic>
      </p:graphicFrame>
      <p:graphicFrame>
        <p:nvGraphicFramePr>
          <p:cNvPr id="2056" name="Object 11"/>
          <p:cNvGraphicFramePr>
            <a:graphicFrameLocks noChangeAspect="1"/>
          </p:cNvGraphicFramePr>
          <p:nvPr/>
        </p:nvGraphicFramePr>
        <p:xfrm>
          <a:off x="468313" y="4581525"/>
          <a:ext cx="3384550" cy="720725"/>
        </p:xfrm>
        <a:graphic>
          <a:graphicData uri="http://schemas.openxmlformats.org/presentationml/2006/ole">
            <mc:AlternateContent xmlns:mc="http://schemas.openxmlformats.org/markup-compatibility/2006">
              <mc:Choice xmlns:v="urn:schemas-microsoft-com:vml" Requires="v">
                <p:oleObj r:id="rId15" imgW="1384300" imgH="330200" progId="Equation.DSMT4">
                  <p:embed/>
                </p:oleObj>
              </mc:Choice>
              <mc:Fallback>
                <p:oleObj r:id="rId15" imgW="1384300" imgH="330200" progId="Equation.DSMT4">
                  <p:embed/>
                  <p:pic>
                    <p:nvPicPr>
                      <p:cNvPr id="0" name="图片 3082"/>
                      <p:cNvPicPr/>
                      <p:nvPr/>
                    </p:nvPicPr>
                    <p:blipFill>
                      <a:blip r:embed="rId16"/>
                      <a:stretch>
                        <a:fillRect/>
                      </a:stretch>
                    </p:blipFill>
                    <p:spPr>
                      <a:xfrm>
                        <a:off x="468313" y="4581525"/>
                        <a:ext cx="3384550" cy="720725"/>
                      </a:xfrm>
                      <a:prstGeom prst="rect">
                        <a:avLst/>
                      </a:prstGeom>
                      <a:noFill/>
                      <a:ln w="38100">
                        <a:noFill/>
                        <a:miter/>
                      </a:ln>
                    </p:spPr>
                  </p:pic>
                </p:oleObj>
              </mc:Fallback>
            </mc:AlternateContent>
          </a:graphicData>
        </a:graphic>
      </p:graphicFrame>
      <p:graphicFrame>
        <p:nvGraphicFramePr>
          <p:cNvPr id="2057" name="Object 21"/>
          <p:cNvGraphicFramePr>
            <a:graphicFrameLocks noChangeAspect="1"/>
          </p:cNvGraphicFramePr>
          <p:nvPr/>
        </p:nvGraphicFramePr>
        <p:xfrm>
          <a:off x="4859338" y="4581525"/>
          <a:ext cx="3757612" cy="720725"/>
        </p:xfrm>
        <a:graphic>
          <a:graphicData uri="http://schemas.openxmlformats.org/presentationml/2006/ole">
            <mc:AlternateContent xmlns:mc="http://schemas.openxmlformats.org/markup-compatibility/2006">
              <mc:Choice xmlns:v="urn:schemas-microsoft-com:vml" Requires="v">
                <p:oleObj r:id="rId17" imgW="1536700" imgH="342900" progId="Equation.DSMT4">
                  <p:embed/>
                </p:oleObj>
              </mc:Choice>
              <mc:Fallback>
                <p:oleObj r:id="rId17" imgW="1536700" imgH="342900" progId="Equation.DSMT4">
                  <p:embed/>
                  <p:pic>
                    <p:nvPicPr>
                      <p:cNvPr id="0" name="图片 3090"/>
                      <p:cNvPicPr/>
                      <p:nvPr/>
                    </p:nvPicPr>
                    <p:blipFill>
                      <a:blip r:embed="rId18"/>
                      <a:stretch>
                        <a:fillRect/>
                      </a:stretch>
                    </p:blipFill>
                    <p:spPr>
                      <a:xfrm>
                        <a:off x="4859338" y="4581525"/>
                        <a:ext cx="3757612" cy="720725"/>
                      </a:xfrm>
                      <a:prstGeom prst="rect">
                        <a:avLst/>
                      </a:prstGeom>
                      <a:noFill/>
                      <a:ln w="38100">
                        <a:noFill/>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1" name="Rectangle 7"/>
          <p:cNvSpPr>
            <a:spLocks noGrp="1" noRot="1"/>
          </p:cNvSpPr>
          <p:nvPr>
            <p:ph idx="1"/>
          </p:nvPr>
        </p:nvSpPr>
        <p:spPr>
          <a:xfrm>
            <a:off x="301625" y="381000"/>
            <a:ext cx="8540750" cy="6019800"/>
          </a:xfrm>
        </p:spPr>
        <p:txBody>
          <a:bodyPr vert="horz" wrap="square" lIns="91440" tIns="45720" rIns="91440" bIns="45720" anchor="t" anchorCtr="0"/>
          <a:lstStyle/>
          <a:p>
            <a:pPr algn="just" eaLnBrk="1" hangingPunct="1">
              <a:lnSpc>
                <a:spcPct val="130000"/>
              </a:lnSpc>
              <a:buNone/>
            </a:pPr>
            <a:r>
              <a:rPr lang="zh-CN" altLang="en-US" b="1" dirty="0">
                <a:solidFill>
                  <a:srgbClr val="000000"/>
                </a:solidFill>
                <a:latin typeface="微软雅黑" panose="020B0503020204020204" pitchFamily="34" charset="-122"/>
                <a:ea typeface="微软雅黑" panose="020B0503020204020204" pitchFamily="34" charset="-122"/>
              </a:rPr>
              <a:t>5.2.3  均值的性质</a:t>
            </a:r>
          </a:p>
          <a:p>
            <a:pPr algn="just"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1、</a:t>
            </a:r>
          </a:p>
          <a:p>
            <a:pPr algn="just"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2、</a:t>
            </a:r>
          </a:p>
          <a:p>
            <a:pPr algn="just"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3、对于线性独立的两随机变量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和</a:t>
            </a:r>
            <a:r>
              <a:rPr lang="en-US" altLang="zh-CN" sz="2800" b="1" dirty="0">
                <a:solidFill>
                  <a:srgbClr val="000000"/>
                </a:solidFill>
                <a:latin typeface="微软雅黑" panose="020B0503020204020204" pitchFamily="34" charset="-122"/>
                <a:ea typeface="微软雅黑" panose="020B0503020204020204" pitchFamily="34" charset="-122"/>
              </a:rPr>
              <a:t>y</a:t>
            </a:r>
            <a:r>
              <a:rPr lang="zh-CN" altLang="en-US" sz="2800" b="1" dirty="0">
                <a:solidFill>
                  <a:srgbClr val="000000"/>
                </a:solidFill>
                <a:latin typeface="微软雅黑" panose="020B0503020204020204" pitchFamily="34" charset="-122"/>
                <a:ea typeface="微软雅黑" panose="020B0503020204020204" pitchFamily="34" charset="-122"/>
              </a:rPr>
              <a:t>有：</a:t>
            </a:r>
          </a:p>
          <a:p>
            <a:pPr algn="just" eaLnBrk="1" hangingPunct="1">
              <a:lnSpc>
                <a:spcPct val="130000"/>
              </a:lnSpc>
              <a:buNone/>
            </a:pPr>
            <a:r>
              <a:rPr lang="zh-CN" altLang="en-US" b="1" dirty="0">
                <a:solidFill>
                  <a:srgbClr val="000000"/>
                </a:solidFill>
                <a:latin typeface="微软雅黑" panose="020B0503020204020204" pitchFamily="34" charset="-122"/>
                <a:ea typeface="微软雅黑" panose="020B0503020204020204" pitchFamily="34" charset="-122"/>
              </a:rPr>
              <a:t> 5.2.4  方差</a:t>
            </a:r>
          </a:p>
          <a:p>
            <a:pPr algn="just" eaLnBrk="1" hangingPunct="1">
              <a:lnSpc>
                <a:spcPct val="130000"/>
              </a:lnSpc>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的方差定义为：</a:t>
            </a:r>
          </a:p>
          <a:p>
            <a:pPr algn="just" eaLnBrk="1" hangingPunct="1">
              <a:lnSpc>
                <a:spcPct val="13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   其中                              或                            称为随机变量</a:t>
            </a:r>
            <a:r>
              <a:rPr lang="en-US" altLang="zh-CN" sz="2800" b="1" dirty="0">
                <a:solidFill>
                  <a:srgbClr val="000000"/>
                </a:solidFill>
                <a:latin typeface="微软雅黑" panose="020B0503020204020204" pitchFamily="34" charset="-122"/>
                <a:ea typeface="微软雅黑" panose="020B0503020204020204" pitchFamily="34" charset="-122"/>
              </a:rPr>
              <a:t>x</a:t>
            </a:r>
            <a:r>
              <a:rPr lang="zh-CN" altLang="en-US" sz="2800" b="1" dirty="0">
                <a:solidFill>
                  <a:srgbClr val="000000"/>
                </a:solidFill>
                <a:latin typeface="微软雅黑" panose="020B0503020204020204" pitchFamily="34" charset="-122"/>
                <a:ea typeface="微软雅黑" panose="020B0503020204020204" pitchFamily="34" charset="-122"/>
              </a:rPr>
              <a:t>的均方值。 </a:t>
            </a:r>
          </a:p>
        </p:txBody>
      </p:sp>
      <p:graphicFrame>
        <p:nvGraphicFramePr>
          <p:cNvPr id="3074" name="Object 8"/>
          <p:cNvGraphicFramePr>
            <a:graphicFrameLocks noChangeAspect="1"/>
          </p:cNvGraphicFramePr>
          <p:nvPr/>
        </p:nvGraphicFramePr>
        <p:xfrm>
          <a:off x="762000" y="1196975"/>
          <a:ext cx="3048000" cy="531813"/>
        </p:xfrm>
        <a:graphic>
          <a:graphicData uri="http://schemas.openxmlformats.org/presentationml/2006/ole">
            <mc:AlternateContent xmlns:mc="http://schemas.openxmlformats.org/markup-compatibility/2006">
              <mc:Choice xmlns:v="urn:schemas-microsoft-com:vml" Requires="v">
                <p:oleObj r:id="rId2" imgW="1473200" imgH="254000" progId="Equation.DSMT4">
                  <p:embed/>
                </p:oleObj>
              </mc:Choice>
              <mc:Fallback>
                <p:oleObj r:id="rId2" imgW="1473200" imgH="254000" progId="Equation.DSMT4">
                  <p:embed/>
                  <p:pic>
                    <p:nvPicPr>
                      <p:cNvPr id="0" name="图片 3085"/>
                      <p:cNvPicPr/>
                      <p:nvPr/>
                    </p:nvPicPr>
                    <p:blipFill>
                      <a:blip r:embed="rId3"/>
                      <a:stretch>
                        <a:fillRect/>
                      </a:stretch>
                    </p:blipFill>
                    <p:spPr>
                      <a:xfrm>
                        <a:off x="762000" y="1196975"/>
                        <a:ext cx="3048000" cy="531813"/>
                      </a:xfrm>
                      <a:prstGeom prst="rect">
                        <a:avLst/>
                      </a:prstGeom>
                      <a:noFill/>
                      <a:ln w="38100">
                        <a:noFill/>
                        <a:miter/>
                      </a:ln>
                    </p:spPr>
                  </p:pic>
                </p:oleObj>
              </mc:Fallback>
            </mc:AlternateContent>
          </a:graphicData>
        </a:graphic>
      </p:graphicFrame>
      <p:graphicFrame>
        <p:nvGraphicFramePr>
          <p:cNvPr id="3075" name="Object 10"/>
          <p:cNvGraphicFramePr>
            <a:graphicFrameLocks noChangeAspect="1"/>
          </p:cNvGraphicFramePr>
          <p:nvPr/>
        </p:nvGraphicFramePr>
        <p:xfrm>
          <a:off x="762000" y="1844675"/>
          <a:ext cx="1981200" cy="539750"/>
        </p:xfrm>
        <a:graphic>
          <a:graphicData uri="http://schemas.openxmlformats.org/presentationml/2006/ole">
            <mc:AlternateContent xmlns:mc="http://schemas.openxmlformats.org/markup-compatibility/2006">
              <mc:Choice xmlns:v="urn:schemas-microsoft-com:vml" Requires="v">
                <p:oleObj r:id="rId4" imgW="939165" imgH="254000" progId="Equation.DSMT4">
                  <p:embed/>
                </p:oleObj>
              </mc:Choice>
              <mc:Fallback>
                <p:oleObj r:id="rId4" imgW="939165" imgH="254000" progId="Equation.DSMT4">
                  <p:embed/>
                  <p:pic>
                    <p:nvPicPr>
                      <p:cNvPr id="0" name="图片 1"/>
                      <p:cNvPicPr/>
                      <p:nvPr/>
                    </p:nvPicPr>
                    <p:blipFill>
                      <a:blip r:embed="rId5"/>
                      <a:stretch>
                        <a:fillRect/>
                      </a:stretch>
                    </p:blipFill>
                    <p:spPr>
                      <a:xfrm>
                        <a:off x="762000" y="1844675"/>
                        <a:ext cx="1981200" cy="539750"/>
                      </a:xfrm>
                      <a:prstGeom prst="rect">
                        <a:avLst/>
                      </a:prstGeom>
                      <a:noFill/>
                      <a:ln w="38100">
                        <a:noFill/>
                        <a:miter/>
                      </a:ln>
                    </p:spPr>
                  </p:pic>
                </p:oleObj>
              </mc:Fallback>
            </mc:AlternateContent>
          </a:graphicData>
        </a:graphic>
      </p:graphicFrame>
      <p:graphicFrame>
        <p:nvGraphicFramePr>
          <p:cNvPr id="3076" name="Object 12"/>
          <p:cNvGraphicFramePr>
            <a:graphicFrameLocks noChangeAspect="1"/>
          </p:cNvGraphicFramePr>
          <p:nvPr/>
        </p:nvGraphicFramePr>
        <p:xfrm>
          <a:off x="6477000" y="2497138"/>
          <a:ext cx="2590800" cy="550862"/>
        </p:xfrm>
        <a:graphic>
          <a:graphicData uri="http://schemas.openxmlformats.org/presentationml/2006/ole">
            <mc:AlternateContent xmlns:mc="http://schemas.openxmlformats.org/markup-compatibility/2006">
              <mc:Choice xmlns:v="urn:schemas-microsoft-com:vml" Requires="v">
                <p:oleObj r:id="rId6" imgW="1205865" imgH="254000" progId="Equation.DSMT4">
                  <p:embed/>
                </p:oleObj>
              </mc:Choice>
              <mc:Fallback>
                <p:oleObj r:id="rId6" imgW="1205865" imgH="254000" progId="Equation.DSMT4">
                  <p:embed/>
                  <p:pic>
                    <p:nvPicPr>
                      <p:cNvPr id="0" name="图片 2"/>
                      <p:cNvPicPr/>
                      <p:nvPr/>
                    </p:nvPicPr>
                    <p:blipFill>
                      <a:blip r:embed="rId7"/>
                      <a:stretch>
                        <a:fillRect/>
                      </a:stretch>
                    </p:blipFill>
                    <p:spPr>
                      <a:xfrm>
                        <a:off x="6477000" y="2497138"/>
                        <a:ext cx="2590800" cy="550862"/>
                      </a:xfrm>
                      <a:prstGeom prst="rect">
                        <a:avLst/>
                      </a:prstGeom>
                      <a:noFill/>
                      <a:ln w="38100">
                        <a:noFill/>
                        <a:miter/>
                      </a:ln>
                    </p:spPr>
                  </p:pic>
                </p:oleObj>
              </mc:Fallback>
            </mc:AlternateContent>
          </a:graphicData>
        </a:graphic>
      </p:graphicFrame>
      <p:graphicFrame>
        <p:nvGraphicFramePr>
          <p:cNvPr id="3077" name="Object 14"/>
          <p:cNvGraphicFramePr>
            <a:graphicFrameLocks noChangeAspect="1"/>
          </p:cNvGraphicFramePr>
          <p:nvPr/>
        </p:nvGraphicFramePr>
        <p:xfrm>
          <a:off x="828675" y="4419600"/>
          <a:ext cx="4210050" cy="539750"/>
        </p:xfrm>
        <a:graphic>
          <a:graphicData uri="http://schemas.openxmlformats.org/presentationml/2006/ole">
            <mc:AlternateContent xmlns:mc="http://schemas.openxmlformats.org/markup-compatibility/2006">
              <mc:Choice xmlns:v="urn:schemas-microsoft-com:vml" Requires="v">
                <p:oleObj r:id="rId8" imgW="2005965" imgH="254000" progId="Equation.DSMT4">
                  <p:embed/>
                </p:oleObj>
              </mc:Choice>
              <mc:Fallback>
                <p:oleObj r:id="rId8" imgW="2005965" imgH="254000" progId="Equation.DSMT4">
                  <p:embed/>
                  <p:pic>
                    <p:nvPicPr>
                      <p:cNvPr id="0" name="图片 3089"/>
                      <p:cNvPicPr/>
                      <p:nvPr/>
                    </p:nvPicPr>
                    <p:blipFill>
                      <a:blip r:embed="rId9"/>
                      <a:stretch>
                        <a:fillRect/>
                      </a:stretch>
                    </p:blipFill>
                    <p:spPr>
                      <a:xfrm>
                        <a:off x="828675" y="4419600"/>
                        <a:ext cx="4210050" cy="539750"/>
                      </a:xfrm>
                      <a:prstGeom prst="rect">
                        <a:avLst/>
                      </a:prstGeom>
                      <a:noFill/>
                      <a:ln w="38100">
                        <a:noFill/>
                        <a:miter/>
                      </a:ln>
                    </p:spPr>
                  </p:pic>
                </p:oleObj>
              </mc:Fallback>
            </mc:AlternateContent>
          </a:graphicData>
        </a:graphic>
      </p:graphicFrame>
      <p:graphicFrame>
        <p:nvGraphicFramePr>
          <p:cNvPr id="3078" name="Object 16"/>
          <p:cNvGraphicFramePr>
            <a:graphicFrameLocks noChangeAspect="1"/>
          </p:cNvGraphicFramePr>
          <p:nvPr/>
        </p:nvGraphicFramePr>
        <p:xfrm>
          <a:off x="5699125" y="4419600"/>
          <a:ext cx="2392363" cy="566738"/>
        </p:xfrm>
        <a:graphic>
          <a:graphicData uri="http://schemas.openxmlformats.org/presentationml/2006/ole">
            <mc:AlternateContent xmlns:mc="http://schemas.openxmlformats.org/markup-compatibility/2006">
              <mc:Choice xmlns:v="urn:schemas-microsoft-com:vml" Requires="v">
                <p:oleObj r:id="rId10" imgW="1002665" imgH="241300" progId="Equation.DSMT4">
                  <p:embed/>
                </p:oleObj>
              </mc:Choice>
              <mc:Fallback>
                <p:oleObj r:id="rId10" imgW="1002665" imgH="241300" progId="Equation.DSMT4">
                  <p:embed/>
                  <p:pic>
                    <p:nvPicPr>
                      <p:cNvPr id="0" name="图片 3083"/>
                      <p:cNvPicPr/>
                      <p:nvPr/>
                    </p:nvPicPr>
                    <p:blipFill>
                      <a:blip r:embed="rId11"/>
                      <a:stretch>
                        <a:fillRect/>
                      </a:stretch>
                    </p:blipFill>
                    <p:spPr>
                      <a:xfrm>
                        <a:off x="5699125" y="4419600"/>
                        <a:ext cx="2392363" cy="566738"/>
                      </a:xfrm>
                      <a:prstGeom prst="rect">
                        <a:avLst/>
                      </a:prstGeom>
                      <a:noFill/>
                      <a:ln w="38100">
                        <a:noFill/>
                        <a:miter/>
                      </a:ln>
                    </p:spPr>
                  </p:pic>
                </p:oleObj>
              </mc:Fallback>
            </mc:AlternateContent>
          </a:graphicData>
        </a:graphic>
      </p:graphicFrame>
      <p:graphicFrame>
        <p:nvGraphicFramePr>
          <p:cNvPr id="3079" name="Object 18"/>
          <p:cNvGraphicFramePr>
            <a:graphicFrameLocks noChangeAspect="1"/>
          </p:cNvGraphicFramePr>
          <p:nvPr/>
        </p:nvGraphicFramePr>
        <p:xfrm>
          <a:off x="1476375" y="5013325"/>
          <a:ext cx="2665413" cy="681038"/>
        </p:xfrm>
        <a:graphic>
          <a:graphicData uri="http://schemas.openxmlformats.org/presentationml/2006/ole">
            <mc:AlternateContent xmlns:mc="http://schemas.openxmlformats.org/markup-compatibility/2006">
              <mc:Choice xmlns:v="urn:schemas-microsoft-com:vml" Requires="v">
                <p:oleObj r:id="rId12" imgW="1308100" imgH="330200" progId="Equation.DSMT4">
                  <p:embed/>
                </p:oleObj>
              </mc:Choice>
              <mc:Fallback>
                <p:oleObj r:id="rId12" imgW="1308100" imgH="330200" progId="Equation.DSMT4">
                  <p:embed/>
                  <p:pic>
                    <p:nvPicPr>
                      <p:cNvPr id="0" name="图片 3086"/>
                      <p:cNvPicPr/>
                      <p:nvPr/>
                    </p:nvPicPr>
                    <p:blipFill>
                      <a:blip r:embed="rId13"/>
                      <a:stretch>
                        <a:fillRect/>
                      </a:stretch>
                    </p:blipFill>
                    <p:spPr>
                      <a:xfrm>
                        <a:off x="1476375" y="5013325"/>
                        <a:ext cx="2665413" cy="681038"/>
                      </a:xfrm>
                      <a:prstGeom prst="rect">
                        <a:avLst/>
                      </a:prstGeom>
                      <a:noFill/>
                      <a:ln w="38100">
                        <a:noFill/>
                        <a:miter/>
                      </a:ln>
                    </p:spPr>
                  </p:pic>
                </p:oleObj>
              </mc:Fallback>
            </mc:AlternateContent>
          </a:graphicData>
        </a:graphic>
      </p:graphicFrame>
      <p:graphicFrame>
        <p:nvGraphicFramePr>
          <p:cNvPr id="3080" name="Object 20"/>
          <p:cNvGraphicFramePr>
            <a:graphicFrameLocks noChangeAspect="1"/>
          </p:cNvGraphicFramePr>
          <p:nvPr/>
        </p:nvGraphicFramePr>
        <p:xfrm>
          <a:off x="5148263" y="5084763"/>
          <a:ext cx="2386012" cy="701675"/>
        </p:xfrm>
        <a:graphic>
          <a:graphicData uri="http://schemas.openxmlformats.org/presentationml/2006/ole">
            <mc:AlternateContent xmlns:mc="http://schemas.openxmlformats.org/markup-compatibility/2006">
              <mc:Choice xmlns:v="urn:schemas-microsoft-com:vml" Requires="v">
                <p:oleObj r:id="rId14" imgW="1167765" imgH="342900" progId="Equation.DSMT4">
                  <p:embed/>
                </p:oleObj>
              </mc:Choice>
              <mc:Fallback>
                <p:oleObj r:id="rId14" imgW="1167765" imgH="342900" progId="Equation.DSMT4">
                  <p:embed/>
                  <p:pic>
                    <p:nvPicPr>
                      <p:cNvPr id="0" name="图片 3088"/>
                      <p:cNvPicPr/>
                      <p:nvPr/>
                    </p:nvPicPr>
                    <p:blipFill>
                      <a:blip r:embed="rId15"/>
                      <a:stretch>
                        <a:fillRect/>
                      </a:stretch>
                    </p:blipFill>
                    <p:spPr>
                      <a:xfrm>
                        <a:off x="5148263" y="5084763"/>
                        <a:ext cx="2386012" cy="701675"/>
                      </a:xfrm>
                      <a:prstGeom prst="rect">
                        <a:avLst/>
                      </a:prstGeom>
                      <a:noFill/>
                      <a:ln w="38100">
                        <a:noFill/>
                        <a:miter/>
                      </a:ln>
                    </p:spPr>
                  </p:pic>
                </p:oleObj>
              </mc:Fallback>
            </mc:AlternateContent>
          </a:graphicData>
        </a:graphic>
      </p:graphicFrame>
      <p:sp>
        <p:nvSpPr>
          <p:cNvPr id="3082"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6</a:t>
            </a:fld>
            <a:endParaRPr lang="zh-CN" alt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7" name="Rectangle 2"/>
          <p:cNvSpPr>
            <a:spLocks noGrp="1" noRot="1"/>
          </p:cNvSpPr>
          <p:nvPr>
            <p:ph type="title"/>
          </p:nvPr>
        </p:nvSpPr>
        <p:spPr>
          <a:xfrm>
            <a:off x="-3175" y="304800"/>
            <a:ext cx="8842375" cy="1143000"/>
          </a:xfrm>
        </p:spPr>
        <p:txBody>
          <a:bodyPr vert="horz" wrap="square" lIns="91440" tIns="45720" rIns="91440" bIns="45720" anchor="ctr" anchorCtr="0"/>
          <a:lstStyle/>
          <a:p>
            <a:pPr algn="l" eaLnBrk="1" hangingPunct="1"/>
            <a:r>
              <a:rPr lang="zh-CN" altLang="en-US" sz="2800" b="1" dirty="0">
                <a:solidFill>
                  <a:srgbClr val="000000"/>
                </a:solidFill>
                <a:latin typeface="微软雅黑" panose="020B0503020204020204" pitchFamily="34" charset="-122"/>
                <a:ea typeface="微软雅黑" panose="020B0503020204020204" pitchFamily="34" charset="-122"/>
              </a:rPr>
              <a:t>§5.3离散随机过程(</a:t>
            </a:r>
            <a:r>
              <a:rPr lang="en-US" altLang="zh-CN" sz="2800" b="1" dirty="0">
                <a:solidFill>
                  <a:srgbClr val="000000"/>
                </a:solidFill>
                <a:latin typeface="微软雅黑" panose="020B0503020204020204" pitchFamily="34" charset="-122"/>
                <a:ea typeface="微软雅黑" panose="020B0503020204020204" pitchFamily="34" charset="-122"/>
              </a:rPr>
              <a:t>The Discrete Random Process) </a:t>
            </a:r>
            <a:endParaRPr lang="zh-CN" altLang="en-US" sz="2800" b="1" dirty="0">
              <a:solidFill>
                <a:srgbClr val="000000"/>
              </a:solidFill>
              <a:latin typeface="微软雅黑" panose="020B0503020204020204" pitchFamily="34" charset="-122"/>
              <a:ea typeface="微软雅黑" panose="020B0503020204020204" pitchFamily="34" charset="-122"/>
            </a:endParaRPr>
          </a:p>
        </p:txBody>
      </p:sp>
      <p:sp>
        <p:nvSpPr>
          <p:cNvPr id="4108" name="Rectangle 3"/>
          <p:cNvSpPr>
            <a:spLocks noGrp="1" noRot="1"/>
          </p:cNvSpPr>
          <p:nvPr>
            <p:ph idx="1"/>
          </p:nvPr>
        </p:nvSpPr>
        <p:spPr>
          <a:xfrm>
            <a:off x="152400" y="1295400"/>
            <a:ext cx="8991600" cy="5029200"/>
          </a:xfrm>
        </p:spPr>
        <p:txBody>
          <a:bodyPr vert="horz" wrap="square" lIns="91440" tIns="45720" rIns="91440" bIns="45720" anchor="t" anchorCtr="0"/>
          <a:lstStyle/>
          <a:p>
            <a:pPr algn="just" eaLnBrk="1" hangingPunct="1">
              <a:lnSpc>
                <a:spcPct val="95000"/>
              </a:lnSpc>
              <a:buNone/>
            </a:pPr>
            <a:r>
              <a:rPr lang="zh-CN" altLang="en-US" sz="2800" b="1" dirty="0">
                <a:solidFill>
                  <a:srgbClr val="000000"/>
                </a:solidFill>
                <a:latin typeface="微软雅黑" panose="020B0503020204020204" pitchFamily="34" charset="-122"/>
                <a:ea typeface="微软雅黑" panose="020B0503020204020204" pitchFamily="34" charset="-122"/>
              </a:rPr>
              <a:t>5.3.1  离散随机过程</a:t>
            </a:r>
          </a:p>
          <a:p>
            <a:pPr eaLnBrk="1" hangingPunct="1">
              <a:lnSpc>
                <a:spcPct val="95000"/>
              </a:lnSpc>
              <a:buNone/>
            </a:pPr>
            <a:r>
              <a:rPr lang="zh-CN" altLang="en-US" sz="2800" b="1" dirty="0">
                <a:solidFill>
                  <a:srgbClr val="000000"/>
                </a:solidFill>
                <a:latin typeface="微软雅黑" panose="020B0503020204020204" pitchFamily="34" charset="-122"/>
                <a:ea typeface="微软雅黑" panose="020B0503020204020204" pitchFamily="34" charset="-122"/>
              </a:rPr>
              <a:t>由</a:t>
            </a:r>
            <a:r>
              <a:rPr lang="zh-CN" altLang="en-US" sz="2800" b="1" dirty="0">
                <a:solidFill>
                  <a:srgbClr val="FF0000"/>
                </a:solidFill>
                <a:latin typeface="微软雅黑" panose="020B0503020204020204" pitchFamily="34" charset="-122"/>
                <a:ea typeface="微软雅黑" panose="020B0503020204020204" pitchFamily="34" charset="-122"/>
              </a:rPr>
              <a:t>无限多个随机变量构成的一个时间序列                        </a:t>
            </a:r>
          </a:p>
          <a:p>
            <a:pPr eaLnBrk="1" hangingPunct="1">
              <a:lnSpc>
                <a:spcPct val="95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95000"/>
              </a:lnSpc>
              <a:buNone/>
            </a:pPr>
            <a:r>
              <a:rPr lang="zh-CN" altLang="en-US" sz="2800" b="1" dirty="0">
                <a:solidFill>
                  <a:srgbClr val="000000"/>
                </a:solidFill>
                <a:latin typeface="微软雅黑" panose="020B0503020204020204" pitchFamily="34" charset="-122"/>
                <a:ea typeface="微软雅黑" panose="020B0503020204020204" pitchFamily="34" charset="-122"/>
              </a:rPr>
              <a:t>5.3.2  联合概率分布函数</a:t>
            </a:r>
          </a:p>
          <a:p>
            <a:pPr algn="just" eaLnBrk="1" hangingPunct="1">
              <a:lnSpc>
                <a:spcPct val="95000"/>
              </a:lnSpc>
              <a:buNone/>
            </a:pPr>
            <a:r>
              <a:rPr lang="zh-CN" altLang="en-US" sz="2800" b="1" dirty="0">
                <a:solidFill>
                  <a:srgbClr val="000000"/>
                </a:solidFill>
                <a:latin typeface="微软雅黑" panose="020B0503020204020204" pitchFamily="34" charset="-122"/>
                <a:ea typeface="微软雅黑" panose="020B0503020204020204" pitchFamily="34" charset="-122"/>
              </a:rPr>
              <a:t>设     和       是离散随机过程                           中在两个不同时刻</a:t>
            </a:r>
            <a:r>
              <a:rPr lang="en-US" altLang="zh-CN" sz="2800" b="1" dirty="0">
                <a:solidFill>
                  <a:srgbClr val="000000"/>
                </a:solidFill>
                <a:latin typeface="微软雅黑" panose="020B0503020204020204" pitchFamily="34" charset="-122"/>
                <a:ea typeface="微软雅黑" panose="020B0503020204020204" pitchFamily="34" charset="-122"/>
              </a:rPr>
              <a:t>n</a:t>
            </a:r>
            <a:r>
              <a:rPr lang="zh-CN" altLang="en-US" sz="2800" b="1" dirty="0">
                <a:solidFill>
                  <a:srgbClr val="000000"/>
                </a:solidFill>
                <a:latin typeface="微软雅黑" panose="020B0503020204020204" pitchFamily="34" charset="-122"/>
                <a:ea typeface="微软雅黑" panose="020B0503020204020204" pitchFamily="34" charset="-122"/>
              </a:rPr>
              <a:t>和</a:t>
            </a:r>
            <a:r>
              <a:rPr lang="en-US" altLang="zh-CN" sz="2800" b="1" dirty="0">
                <a:solidFill>
                  <a:srgbClr val="000000"/>
                </a:solidFill>
                <a:latin typeface="微软雅黑" panose="020B0503020204020204" pitchFamily="34" charset="-122"/>
                <a:ea typeface="微软雅黑" panose="020B0503020204020204" pitchFamily="34" charset="-122"/>
              </a:rPr>
              <a:t>m</a:t>
            </a:r>
            <a:r>
              <a:rPr lang="zh-CN" altLang="en-US" sz="2800" b="1" dirty="0">
                <a:solidFill>
                  <a:srgbClr val="000000"/>
                </a:solidFill>
                <a:latin typeface="微软雅黑" panose="020B0503020204020204" pitchFamily="34" charset="-122"/>
                <a:ea typeface="微软雅黑" panose="020B0503020204020204" pitchFamily="34" charset="-122"/>
              </a:rPr>
              <a:t>上的随机变量，定义</a:t>
            </a:r>
            <a:r>
              <a:rPr lang="zh-CN" altLang="en-US" sz="2800" b="1" dirty="0">
                <a:solidFill>
                  <a:srgbClr val="FF0000"/>
                </a:solidFill>
                <a:latin typeface="微软雅黑" panose="020B0503020204020204" pitchFamily="34" charset="-122"/>
                <a:ea typeface="微软雅黑" panose="020B0503020204020204" pitchFamily="34" charset="-122"/>
              </a:rPr>
              <a:t>联合概率分布函数</a:t>
            </a:r>
            <a:r>
              <a:rPr lang="zh-CN" altLang="en-US" sz="2800" b="1" dirty="0">
                <a:solidFill>
                  <a:srgbClr val="000000"/>
                </a:solidFill>
                <a:latin typeface="微软雅黑" panose="020B0503020204020204" pitchFamily="34" charset="-122"/>
                <a:ea typeface="微软雅黑" panose="020B0503020204020204" pitchFamily="34" charset="-122"/>
              </a:rPr>
              <a:t>如下：</a:t>
            </a:r>
          </a:p>
          <a:p>
            <a:pPr eaLnBrk="1" hangingPunct="1">
              <a:lnSpc>
                <a:spcPct val="95000"/>
              </a:lnSpc>
              <a:buNone/>
            </a:pPr>
            <a:r>
              <a:rPr lang="zh-CN" altLang="en-US" sz="2800" b="1" dirty="0">
                <a:solidFill>
                  <a:srgbClr val="000000"/>
                </a:solidFill>
                <a:latin typeface="微软雅黑" panose="020B0503020204020204" pitchFamily="34" charset="-122"/>
                <a:ea typeface="微软雅黑" panose="020B0503020204020204" pitchFamily="34" charset="-122"/>
              </a:rPr>
              <a:t>                                                                      的概率</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 </a:t>
            </a:r>
          </a:p>
          <a:p>
            <a:pPr eaLnBrk="1" hangingPunct="1">
              <a:lnSpc>
                <a:spcPct val="95000"/>
              </a:lnSpc>
              <a:buNone/>
            </a:pPr>
            <a:r>
              <a:rPr lang="zh-CN" altLang="en-US" sz="2800" b="1" dirty="0">
                <a:solidFill>
                  <a:srgbClr val="000000"/>
                </a:solidFill>
                <a:latin typeface="微软雅黑" panose="020B0503020204020204" pitchFamily="34" charset="-122"/>
                <a:ea typeface="微软雅黑" panose="020B0503020204020204" pitchFamily="34" charset="-122"/>
              </a:rPr>
              <a:t>如果     和     是离散随机变量，        的</a:t>
            </a:r>
            <a:r>
              <a:rPr lang="zh-CN" altLang="en-US" sz="2800" b="1" dirty="0">
                <a:solidFill>
                  <a:srgbClr val="FF0000"/>
                </a:solidFill>
                <a:latin typeface="微软雅黑" panose="020B0503020204020204" pitchFamily="34" charset="-122"/>
                <a:ea typeface="微软雅黑" panose="020B0503020204020204" pitchFamily="34" charset="-122"/>
              </a:rPr>
              <a:t>联合质量分布函数</a:t>
            </a:r>
            <a:r>
              <a:rPr lang="zh-CN" altLang="en-US" sz="2800" b="1" dirty="0">
                <a:solidFill>
                  <a:srgbClr val="000000"/>
                </a:solidFill>
                <a:latin typeface="微软雅黑" panose="020B0503020204020204" pitchFamily="34" charset="-122"/>
                <a:ea typeface="微软雅黑" panose="020B0503020204020204" pitchFamily="34" charset="-122"/>
              </a:rPr>
              <a:t>定义为：                </a:t>
            </a:r>
            <a:endParaRPr lang="en-US" altLang="zh-CN"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95000"/>
              </a:lnSpc>
              <a:buNone/>
            </a:pPr>
            <a:r>
              <a:rPr lang="en-US" altLang="zh-CN" sz="2800" b="1" dirty="0">
                <a:solidFill>
                  <a:srgbClr val="0000FF"/>
                </a:solidFill>
                <a:latin typeface="微软雅黑" panose="020B0503020204020204" pitchFamily="34" charset="-122"/>
                <a:ea typeface="微软雅黑" panose="020B0503020204020204" pitchFamily="34" charset="-122"/>
              </a:rPr>
              <a:t>                                                           </a:t>
            </a:r>
            <a:r>
              <a:rPr lang="zh-CN" altLang="en-US" sz="2800" b="1" dirty="0">
                <a:solidFill>
                  <a:srgbClr val="000000"/>
                </a:solidFill>
                <a:latin typeface="微软雅黑" panose="020B0503020204020204" pitchFamily="34" charset="-122"/>
                <a:ea typeface="微软雅黑" panose="020B0503020204020204" pitchFamily="34" charset="-122"/>
              </a:rPr>
              <a:t>的概率 </a:t>
            </a:r>
          </a:p>
          <a:p>
            <a:pPr eaLnBrk="1" hangingPunct="1">
              <a:lnSpc>
                <a:spcPct val="95000"/>
              </a:lnSpc>
              <a:buNone/>
            </a:pPr>
            <a:endParaRPr lang="zh-CN" altLang="en-US" sz="2800" b="1" dirty="0">
              <a:solidFill>
                <a:srgbClr val="0000FF"/>
              </a:solidFill>
              <a:latin typeface="Times New Roman" panose="02020603050405020304" pitchFamily="18" charset="0"/>
            </a:endParaRPr>
          </a:p>
        </p:txBody>
      </p:sp>
      <p:graphicFrame>
        <p:nvGraphicFramePr>
          <p:cNvPr id="4098" name="Object 4"/>
          <p:cNvGraphicFramePr>
            <a:graphicFrameLocks noChangeAspect="1"/>
          </p:cNvGraphicFramePr>
          <p:nvPr/>
        </p:nvGraphicFramePr>
        <p:xfrm>
          <a:off x="611188" y="2997200"/>
          <a:ext cx="565150" cy="722313"/>
        </p:xfrm>
        <a:graphic>
          <a:graphicData uri="http://schemas.openxmlformats.org/presentationml/2006/ole">
            <mc:AlternateContent xmlns:mc="http://schemas.openxmlformats.org/markup-compatibility/2006">
              <mc:Choice xmlns:v="urn:schemas-microsoft-com:vml" Requires="v">
                <p:oleObj r:id="rId2" imgW="254000" imgH="330200" progId="Equation.DSMT4">
                  <p:embed/>
                </p:oleObj>
              </mc:Choice>
              <mc:Fallback>
                <p:oleObj r:id="rId2" imgW="254000" imgH="330200" progId="Equation.DSMT4">
                  <p:embed/>
                  <p:pic>
                    <p:nvPicPr>
                      <p:cNvPr id="0" name="图片 3095"/>
                      <p:cNvPicPr/>
                      <p:nvPr/>
                    </p:nvPicPr>
                    <p:blipFill>
                      <a:blip r:embed="rId3"/>
                      <a:stretch>
                        <a:fillRect/>
                      </a:stretch>
                    </p:blipFill>
                    <p:spPr>
                      <a:xfrm>
                        <a:off x="611188" y="2997200"/>
                        <a:ext cx="565150" cy="722313"/>
                      </a:xfrm>
                      <a:prstGeom prst="rect">
                        <a:avLst/>
                      </a:prstGeom>
                      <a:noFill/>
                      <a:ln w="38100">
                        <a:noFill/>
                        <a:miter/>
                      </a:ln>
                    </p:spPr>
                  </p:pic>
                </p:oleObj>
              </mc:Fallback>
            </mc:AlternateContent>
          </a:graphicData>
        </a:graphic>
      </p:graphicFrame>
      <p:graphicFrame>
        <p:nvGraphicFramePr>
          <p:cNvPr id="4099" name="Object 5"/>
          <p:cNvGraphicFramePr>
            <a:graphicFrameLocks noChangeAspect="1"/>
          </p:cNvGraphicFramePr>
          <p:nvPr/>
        </p:nvGraphicFramePr>
        <p:xfrm>
          <a:off x="5003800" y="3213100"/>
          <a:ext cx="2395538" cy="500063"/>
        </p:xfrm>
        <a:graphic>
          <a:graphicData uri="http://schemas.openxmlformats.org/presentationml/2006/ole">
            <mc:AlternateContent xmlns:mc="http://schemas.openxmlformats.org/markup-compatibility/2006">
              <mc:Choice xmlns:v="urn:schemas-microsoft-com:vml" Requires="v">
                <p:oleObj r:id="rId4" imgW="1091565" imgH="228600" progId="Equation.DSMT4">
                  <p:embed/>
                </p:oleObj>
              </mc:Choice>
              <mc:Fallback>
                <p:oleObj r:id="rId4" imgW="1091565" imgH="228600" progId="Equation.DSMT4">
                  <p:embed/>
                  <p:pic>
                    <p:nvPicPr>
                      <p:cNvPr id="0" name="图片 3103"/>
                      <p:cNvPicPr/>
                      <p:nvPr/>
                    </p:nvPicPr>
                    <p:blipFill>
                      <a:blip r:embed="rId5"/>
                      <a:stretch>
                        <a:fillRect/>
                      </a:stretch>
                    </p:blipFill>
                    <p:spPr>
                      <a:xfrm>
                        <a:off x="5003800" y="3213100"/>
                        <a:ext cx="2395538" cy="500063"/>
                      </a:xfrm>
                      <a:prstGeom prst="rect">
                        <a:avLst/>
                      </a:prstGeom>
                      <a:noFill/>
                      <a:ln w="38100">
                        <a:noFill/>
                        <a:miter/>
                      </a:ln>
                    </p:spPr>
                  </p:pic>
                </p:oleObj>
              </mc:Fallback>
            </mc:AlternateContent>
          </a:graphicData>
        </a:graphic>
      </p:graphicFrame>
      <p:graphicFrame>
        <p:nvGraphicFramePr>
          <p:cNvPr id="4100" name="Object 6"/>
          <p:cNvGraphicFramePr>
            <a:graphicFrameLocks noChangeAspect="1"/>
          </p:cNvGraphicFramePr>
          <p:nvPr/>
        </p:nvGraphicFramePr>
        <p:xfrm>
          <a:off x="1619250" y="4437063"/>
          <a:ext cx="5894388" cy="520700"/>
        </p:xfrm>
        <a:graphic>
          <a:graphicData uri="http://schemas.openxmlformats.org/presentationml/2006/ole">
            <mc:AlternateContent xmlns:mc="http://schemas.openxmlformats.org/markup-compatibility/2006">
              <mc:Choice xmlns:v="urn:schemas-microsoft-com:vml" Requires="v">
                <p:oleObj r:id="rId6" imgW="2692400" imgH="241300" progId="Equation.DSMT4">
                  <p:embed/>
                </p:oleObj>
              </mc:Choice>
              <mc:Fallback>
                <p:oleObj r:id="rId6" imgW="2692400" imgH="241300" progId="Equation.DSMT4">
                  <p:embed/>
                  <p:pic>
                    <p:nvPicPr>
                      <p:cNvPr id="0" name="图片 3093"/>
                      <p:cNvPicPr/>
                      <p:nvPr/>
                    </p:nvPicPr>
                    <p:blipFill>
                      <a:blip r:embed="rId7"/>
                      <a:stretch>
                        <a:fillRect/>
                      </a:stretch>
                    </p:blipFill>
                    <p:spPr>
                      <a:xfrm>
                        <a:off x="1619250" y="4437063"/>
                        <a:ext cx="5894388" cy="520700"/>
                      </a:xfrm>
                      <a:prstGeom prst="rect">
                        <a:avLst/>
                      </a:prstGeom>
                      <a:noFill/>
                      <a:ln w="38100">
                        <a:noFill/>
                        <a:miter/>
                      </a:ln>
                    </p:spPr>
                  </p:pic>
                </p:oleObj>
              </mc:Fallback>
            </mc:AlternateContent>
          </a:graphicData>
        </a:graphic>
      </p:graphicFrame>
      <p:graphicFrame>
        <p:nvGraphicFramePr>
          <p:cNvPr id="4101" name="Object 7"/>
          <p:cNvGraphicFramePr>
            <a:graphicFrameLocks noChangeAspect="1"/>
          </p:cNvGraphicFramePr>
          <p:nvPr/>
        </p:nvGraphicFramePr>
        <p:xfrm>
          <a:off x="1547813" y="3068638"/>
          <a:ext cx="611187" cy="722312"/>
        </p:xfrm>
        <a:graphic>
          <a:graphicData uri="http://schemas.openxmlformats.org/presentationml/2006/ole">
            <mc:AlternateContent xmlns:mc="http://schemas.openxmlformats.org/markup-compatibility/2006">
              <mc:Choice xmlns:v="urn:schemas-microsoft-com:vml" Requires="v">
                <p:oleObj r:id="rId8" imgW="279400" imgH="330200" progId="Equation.DSMT4">
                  <p:embed/>
                </p:oleObj>
              </mc:Choice>
              <mc:Fallback>
                <p:oleObj r:id="rId8" imgW="279400" imgH="330200" progId="Equation.DSMT4">
                  <p:embed/>
                  <p:pic>
                    <p:nvPicPr>
                      <p:cNvPr id="0" name="图片 3098"/>
                      <p:cNvPicPr/>
                      <p:nvPr/>
                    </p:nvPicPr>
                    <p:blipFill>
                      <a:blip r:embed="rId9"/>
                      <a:stretch>
                        <a:fillRect/>
                      </a:stretch>
                    </p:blipFill>
                    <p:spPr>
                      <a:xfrm>
                        <a:off x="1547813" y="3068638"/>
                        <a:ext cx="611187" cy="722312"/>
                      </a:xfrm>
                      <a:prstGeom prst="rect">
                        <a:avLst/>
                      </a:prstGeom>
                      <a:noFill/>
                      <a:ln w="38100">
                        <a:noFill/>
                        <a:miter/>
                      </a:ln>
                    </p:spPr>
                  </p:pic>
                </p:oleObj>
              </mc:Fallback>
            </mc:AlternateContent>
          </a:graphicData>
        </a:graphic>
      </p:graphicFrame>
      <p:graphicFrame>
        <p:nvGraphicFramePr>
          <p:cNvPr id="4102" name="Object 8"/>
          <p:cNvGraphicFramePr>
            <a:graphicFrameLocks noChangeAspect="1"/>
          </p:cNvGraphicFramePr>
          <p:nvPr/>
        </p:nvGraphicFramePr>
        <p:xfrm>
          <a:off x="6700838" y="1849438"/>
          <a:ext cx="2395537" cy="500062"/>
        </p:xfrm>
        <a:graphic>
          <a:graphicData uri="http://schemas.openxmlformats.org/presentationml/2006/ole">
            <mc:AlternateContent xmlns:mc="http://schemas.openxmlformats.org/markup-compatibility/2006">
              <mc:Choice xmlns:v="urn:schemas-microsoft-com:vml" Requires="v">
                <p:oleObj r:id="rId10" imgW="1091565" imgH="228600" progId="Equation.DSMT4">
                  <p:embed/>
                </p:oleObj>
              </mc:Choice>
              <mc:Fallback>
                <p:oleObj r:id="rId10" imgW="1091565" imgH="228600" progId="Equation.DSMT4">
                  <p:embed/>
                  <p:pic>
                    <p:nvPicPr>
                      <p:cNvPr id="0" name="图片 3099"/>
                      <p:cNvPicPr/>
                      <p:nvPr/>
                    </p:nvPicPr>
                    <p:blipFill>
                      <a:blip r:embed="rId11"/>
                      <a:stretch>
                        <a:fillRect/>
                      </a:stretch>
                    </p:blipFill>
                    <p:spPr>
                      <a:xfrm>
                        <a:off x="6700838" y="1849438"/>
                        <a:ext cx="2395537" cy="500062"/>
                      </a:xfrm>
                      <a:prstGeom prst="rect">
                        <a:avLst/>
                      </a:prstGeom>
                      <a:noFill/>
                      <a:ln w="38100">
                        <a:noFill/>
                        <a:miter/>
                      </a:ln>
                    </p:spPr>
                  </p:pic>
                </p:oleObj>
              </mc:Fallback>
            </mc:AlternateContent>
          </a:graphicData>
        </a:graphic>
      </p:graphicFrame>
      <p:graphicFrame>
        <p:nvGraphicFramePr>
          <p:cNvPr id="4103" name="Object 9"/>
          <p:cNvGraphicFramePr>
            <a:graphicFrameLocks noChangeAspect="1"/>
          </p:cNvGraphicFramePr>
          <p:nvPr/>
        </p:nvGraphicFramePr>
        <p:xfrm>
          <a:off x="539750" y="6021388"/>
          <a:ext cx="5948363" cy="520700"/>
        </p:xfrm>
        <a:graphic>
          <a:graphicData uri="http://schemas.openxmlformats.org/presentationml/2006/ole">
            <mc:AlternateContent xmlns:mc="http://schemas.openxmlformats.org/markup-compatibility/2006">
              <mc:Choice xmlns:v="urn:schemas-microsoft-com:vml" Requires="v">
                <p:oleObj r:id="rId12" imgW="2717800" imgH="241300" progId="Equation.DSMT4">
                  <p:embed/>
                </p:oleObj>
              </mc:Choice>
              <mc:Fallback>
                <p:oleObj r:id="rId12" imgW="2717800" imgH="241300" progId="Equation.DSMT4">
                  <p:embed/>
                  <p:pic>
                    <p:nvPicPr>
                      <p:cNvPr id="0" name="图片 3100"/>
                      <p:cNvPicPr/>
                      <p:nvPr/>
                    </p:nvPicPr>
                    <p:blipFill>
                      <a:blip r:embed="rId13"/>
                      <a:stretch>
                        <a:fillRect/>
                      </a:stretch>
                    </p:blipFill>
                    <p:spPr>
                      <a:xfrm>
                        <a:off x="539750" y="6021388"/>
                        <a:ext cx="5948363" cy="520700"/>
                      </a:xfrm>
                      <a:prstGeom prst="rect">
                        <a:avLst/>
                      </a:prstGeom>
                      <a:noFill/>
                      <a:ln w="38100">
                        <a:noFill/>
                        <a:miter/>
                      </a:ln>
                    </p:spPr>
                  </p:pic>
                </p:oleObj>
              </mc:Fallback>
            </mc:AlternateContent>
          </a:graphicData>
        </a:graphic>
      </p:graphicFrame>
      <p:graphicFrame>
        <p:nvGraphicFramePr>
          <p:cNvPr id="4104" name="Object 10"/>
          <p:cNvGraphicFramePr>
            <a:graphicFrameLocks noChangeAspect="1"/>
          </p:cNvGraphicFramePr>
          <p:nvPr/>
        </p:nvGraphicFramePr>
        <p:xfrm>
          <a:off x="1835150" y="5084763"/>
          <a:ext cx="417513" cy="500062"/>
        </p:xfrm>
        <a:graphic>
          <a:graphicData uri="http://schemas.openxmlformats.org/presentationml/2006/ole">
            <mc:AlternateContent xmlns:mc="http://schemas.openxmlformats.org/markup-compatibility/2006">
              <mc:Choice xmlns:v="urn:schemas-microsoft-com:vml" Requires="v">
                <p:oleObj r:id="rId14" imgW="190500" imgH="228600" progId="Equation.DSMT4">
                  <p:embed/>
                </p:oleObj>
              </mc:Choice>
              <mc:Fallback>
                <p:oleObj r:id="rId14" imgW="190500" imgH="228600" progId="Equation.DSMT4">
                  <p:embed/>
                  <p:pic>
                    <p:nvPicPr>
                      <p:cNvPr id="0" name="图片 3105"/>
                      <p:cNvPicPr/>
                      <p:nvPr/>
                    </p:nvPicPr>
                    <p:blipFill>
                      <a:blip r:embed="rId15"/>
                      <a:stretch>
                        <a:fillRect/>
                      </a:stretch>
                    </p:blipFill>
                    <p:spPr>
                      <a:xfrm>
                        <a:off x="1835150" y="5084763"/>
                        <a:ext cx="417513" cy="500062"/>
                      </a:xfrm>
                      <a:prstGeom prst="rect">
                        <a:avLst/>
                      </a:prstGeom>
                      <a:noFill/>
                      <a:ln w="38100">
                        <a:noFill/>
                        <a:miter/>
                      </a:ln>
                    </p:spPr>
                  </p:pic>
                </p:oleObj>
              </mc:Fallback>
            </mc:AlternateContent>
          </a:graphicData>
        </a:graphic>
      </p:graphicFrame>
      <p:graphicFrame>
        <p:nvGraphicFramePr>
          <p:cNvPr id="4105" name="Object 11"/>
          <p:cNvGraphicFramePr>
            <a:graphicFrameLocks noChangeAspect="1"/>
          </p:cNvGraphicFramePr>
          <p:nvPr/>
        </p:nvGraphicFramePr>
        <p:xfrm>
          <a:off x="1042988" y="5084763"/>
          <a:ext cx="366712" cy="500062"/>
        </p:xfrm>
        <a:graphic>
          <a:graphicData uri="http://schemas.openxmlformats.org/presentationml/2006/ole">
            <mc:AlternateContent xmlns:mc="http://schemas.openxmlformats.org/markup-compatibility/2006">
              <mc:Choice xmlns:v="urn:schemas-microsoft-com:vml" Requires="v">
                <p:oleObj r:id="rId16" imgW="165100" imgH="228600" progId="Equation.DSMT4">
                  <p:embed/>
                </p:oleObj>
              </mc:Choice>
              <mc:Fallback>
                <p:oleObj r:id="rId16" imgW="165100" imgH="228600" progId="Equation.DSMT4">
                  <p:embed/>
                  <p:pic>
                    <p:nvPicPr>
                      <p:cNvPr id="0" name="图片 3096"/>
                      <p:cNvPicPr/>
                      <p:nvPr/>
                    </p:nvPicPr>
                    <p:blipFill>
                      <a:blip r:embed="rId17"/>
                      <a:stretch>
                        <a:fillRect/>
                      </a:stretch>
                    </p:blipFill>
                    <p:spPr>
                      <a:xfrm>
                        <a:off x="1042988" y="5084763"/>
                        <a:ext cx="366712" cy="500062"/>
                      </a:xfrm>
                      <a:prstGeom prst="rect">
                        <a:avLst/>
                      </a:prstGeom>
                      <a:noFill/>
                      <a:ln w="38100">
                        <a:noFill/>
                        <a:miter/>
                      </a:ln>
                    </p:spPr>
                  </p:pic>
                </p:oleObj>
              </mc:Fallback>
            </mc:AlternateContent>
          </a:graphicData>
        </a:graphic>
      </p:graphicFrame>
      <p:graphicFrame>
        <p:nvGraphicFramePr>
          <p:cNvPr id="4106" name="Object 12"/>
          <p:cNvGraphicFramePr>
            <a:graphicFrameLocks noChangeAspect="1"/>
          </p:cNvGraphicFramePr>
          <p:nvPr/>
        </p:nvGraphicFramePr>
        <p:xfrm>
          <a:off x="4932363" y="5013325"/>
          <a:ext cx="1090612" cy="500063"/>
        </p:xfrm>
        <a:graphic>
          <a:graphicData uri="http://schemas.openxmlformats.org/presentationml/2006/ole">
            <mc:AlternateContent xmlns:mc="http://schemas.openxmlformats.org/markup-compatibility/2006">
              <mc:Choice xmlns:v="urn:schemas-microsoft-com:vml" Requires="v">
                <p:oleObj r:id="rId18" imgW="495300" imgH="228600" progId="Equation.DSMT4">
                  <p:embed/>
                </p:oleObj>
              </mc:Choice>
              <mc:Fallback>
                <p:oleObj r:id="rId18" imgW="495300" imgH="228600" progId="Equation.DSMT4">
                  <p:embed/>
                  <p:pic>
                    <p:nvPicPr>
                      <p:cNvPr id="0" name="图片 3094"/>
                      <p:cNvPicPr/>
                      <p:nvPr/>
                    </p:nvPicPr>
                    <p:blipFill>
                      <a:blip r:embed="rId19"/>
                      <a:stretch>
                        <a:fillRect/>
                      </a:stretch>
                    </p:blipFill>
                    <p:spPr>
                      <a:xfrm>
                        <a:off x="4932363" y="5013325"/>
                        <a:ext cx="1090612" cy="500063"/>
                      </a:xfrm>
                      <a:prstGeom prst="rect">
                        <a:avLst/>
                      </a:prstGeom>
                      <a:noFill/>
                      <a:ln w="38100">
                        <a:noFill/>
                        <a:miter/>
                      </a:ln>
                    </p:spPr>
                  </p:pic>
                </p:oleObj>
              </mc:Fallback>
            </mc:AlternateContent>
          </a:graphicData>
        </a:graphic>
      </p:graphicFrame>
      <p:sp>
        <p:nvSpPr>
          <p:cNvPr id="4109" name="灯片编号占位符 1"/>
          <p:cNvSpPr txBox="1">
            <a:spLocks noGrp="1"/>
          </p:cNvSpPr>
          <p:nvPr>
            <p:ph type="sldNum" sz="quarter" idx="12"/>
          </p:nvPr>
        </p:nvSpPr>
        <p:spPr>
          <a:xfrm>
            <a:off x="8243888" y="6245225"/>
            <a:ext cx="598487"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7</a:t>
            </a:fld>
            <a:endParaRPr lang="zh-CN" alt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24"/>
          <p:cNvSpPr>
            <a:spLocks noGrp="1" noRot="1"/>
          </p:cNvSpPr>
          <p:nvPr>
            <p:ph idx="1"/>
          </p:nvPr>
        </p:nvSpPr>
        <p:spPr>
          <a:xfrm>
            <a:off x="76200" y="457200"/>
            <a:ext cx="8842375" cy="6019800"/>
          </a:xfrm>
        </p:spPr>
        <p:txBody>
          <a:bodyPr vert="horz" wrap="square" lIns="91440" tIns="45720" rIns="91440" bIns="45720" anchor="t" anchorCtr="0"/>
          <a:lstStyle/>
          <a:p>
            <a:pPr eaLnBrk="1" hangingPunct="1">
              <a:lnSpc>
                <a:spcPct val="105000"/>
              </a:lnSpc>
              <a:buNone/>
            </a:pPr>
            <a:r>
              <a:rPr lang="zh-CN" altLang="en-US" sz="2800" b="1" dirty="0">
                <a:solidFill>
                  <a:srgbClr val="000000"/>
                </a:solidFill>
                <a:latin typeface="微软雅黑" panose="020B0503020204020204" pitchFamily="34" charset="-122"/>
                <a:ea typeface="微软雅黑" panose="020B0503020204020204" pitchFamily="34" charset="-122"/>
              </a:rPr>
              <a:t>如果一个随机过程在不同时刻的随机变量互不影响，则</a:t>
            </a:r>
          </a:p>
          <a:p>
            <a:pPr eaLnBrk="1" hangingPunct="1">
              <a:lnSpc>
                <a:spcPct val="105000"/>
              </a:lnSpc>
              <a:buNone/>
            </a:pPr>
            <a:r>
              <a:rPr lang="zh-CN" altLang="en-US" sz="2800" b="1" dirty="0">
                <a:solidFill>
                  <a:srgbClr val="000000"/>
                </a:solidFill>
                <a:latin typeface="微软雅黑" panose="020B0503020204020204" pitchFamily="34" charset="-122"/>
                <a:ea typeface="微软雅黑" panose="020B0503020204020204" pitchFamily="34" charset="-122"/>
              </a:rPr>
              <a:t>称诸随机变量是</a:t>
            </a:r>
            <a:r>
              <a:rPr lang="zh-CN" altLang="en-US" sz="2800" b="1" dirty="0">
                <a:solidFill>
                  <a:srgbClr val="FF0000"/>
                </a:solidFill>
                <a:latin typeface="微软雅黑" panose="020B0503020204020204" pitchFamily="34" charset="-122"/>
                <a:ea typeface="微软雅黑" panose="020B0503020204020204" pitchFamily="34" charset="-122"/>
              </a:rPr>
              <a:t>统计独立</a:t>
            </a:r>
            <a:r>
              <a:rPr lang="zh-CN" altLang="en-US" sz="2800" b="1" dirty="0">
                <a:solidFill>
                  <a:srgbClr val="000000"/>
                </a:solidFill>
                <a:latin typeface="微软雅黑" panose="020B0503020204020204" pitchFamily="34" charset="-122"/>
                <a:ea typeface="微软雅黑" panose="020B0503020204020204" pitchFamily="34" charset="-122"/>
              </a:rPr>
              <a:t>的。此时有： </a:t>
            </a:r>
          </a:p>
          <a:p>
            <a:pPr eaLnBrk="1" hangingPunct="1">
              <a:lnSpc>
                <a:spcPct val="105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05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05000"/>
              </a:lnSpc>
              <a:buNone/>
            </a:pPr>
            <a:r>
              <a:rPr lang="zh-CN" altLang="en-US" sz="2800" b="1" dirty="0">
                <a:solidFill>
                  <a:srgbClr val="000000"/>
                </a:solidFill>
                <a:latin typeface="微软雅黑" panose="020B0503020204020204" pitchFamily="34" charset="-122"/>
                <a:ea typeface="微软雅黑" panose="020B0503020204020204" pitchFamily="34" charset="-122"/>
              </a:rPr>
              <a:t>5.3.3  随机过程的</a:t>
            </a:r>
            <a:r>
              <a:rPr lang="zh-CN" altLang="en-US" sz="2800" b="1" dirty="0">
                <a:solidFill>
                  <a:srgbClr val="FF0000"/>
                </a:solidFill>
                <a:latin typeface="微软雅黑" panose="020B0503020204020204" pitchFamily="34" charset="-122"/>
                <a:ea typeface="微软雅黑" panose="020B0503020204020204" pitchFamily="34" charset="-122"/>
              </a:rPr>
              <a:t>数字特征(均值、方差和均方值</a:t>
            </a:r>
            <a:r>
              <a:rPr lang="zh-CN" altLang="en-US" sz="2800" b="1" dirty="0">
                <a:solidFill>
                  <a:srgbClr val="000000"/>
                </a:solidFill>
                <a:latin typeface="微软雅黑" panose="020B0503020204020204" pitchFamily="34" charset="-122"/>
                <a:ea typeface="微软雅黑" panose="020B0503020204020204" pitchFamily="34" charset="-122"/>
              </a:rPr>
              <a:t>)</a:t>
            </a:r>
          </a:p>
          <a:p>
            <a:pPr eaLnBrk="1" hangingPunct="1">
              <a:lnSpc>
                <a:spcPct val="105000"/>
              </a:lnSpc>
              <a:buNone/>
            </a:pPr>
            <a:r>
              <a:rPr lang="zh-CN" altLang="en-US" sz="2800" b="1" dirty="0">
                <a:solidFill>
                  <a:srgbClr val="000000"/>
                </a:solidFill>
                <a:latin typeface="微软雅黑" panose="020B0503020204020204" pitchFamily="34" charset="-122"/>
                <a:ea typeface="微软雅黑" panose="020B0503020204020204" pitchFamily="34" charset="-122"/>
              </a:rPr>
              <a:t>对于</a:t>
            </a:r>
            <a:r>
              <a:rPr lang="zh-CN" altLang="en-US" sz="2800" b="1" dirty="0">
                <a:solidFill>
                  <a:srgbClr val="FF0000"/>
                </a:solidFill>
                <a:latin typeface="微软雅黑" panose="020B0503020204020204" pitchFamily="34" charset="-122"/>
                <a:ea typeface="微软雅黑" panose="020B0503020204020204" pitchFamily="34" charset="-122"/>
              </a:rPr>
              <a:t>狭义平稳随机过程</a:t>
            </a:r>
            <a:r>
              <a:rPr lang="zh-CN" altLang="en-US" sz="2800" b="1" dirty="0">
                <a:solidFill>
                  <a:srgbClr val="000000"/>
                </a:solidFill>
                <a:latin typeface="微软雅黑" panose="020B0503020204020204" pitchFamily="34" charset="-122"/>
                <a:ea typeface="微软雅黑" panose="020B0503020204020204" pitchFamily="34" charset="-122"/>
              </a:rPr>
              <a:t>，其数字特征</a:t>
            </a:r>
            <a:r>
              <a:rPr lang="zh-CN" altLang="en-US" sz="2800" b="1" dirty="0">
                <a:solidFill>
                  <a:srgbClr val="FF0000"/>
                </a:solidFill>
                <a:latin typeface="微软雅黑" panose="020B0503020204020204" pitchFamily="34" charset="-122"/>
                <a:ea typeface="微软雅黑" panose="020B0503020204020204" pitchFamily="34" charset="-122"/>
              </a:rPr>
              <a:t>与时间</a:t>
            </a:r>
            <a:r>
              <a:rPr lang="en-US" altLang="zh-CN" sz="2800" b="1" dirty="0">
                <a:solidFill>
                  <a:srgbClr val="FF0000"/>
                </a:solidFill>
                <a:latin typeface="微软雅黑" panose="020B0503020204020204" pitchFamily="34" charset="-122"/>
                <a:ea typeface="微软雅黑" panose="020B0503020204020204" pitchFamily="34" charset="-122"/>
              </a:rPr>
              <a:t>n</a:t>
            </a:r>
            <a:r>
              <a:rPr lang="zh-CN" altLang="en-US" sz="2800" b="1" dirty="0">
                <a:solidFill>
                  <a:srgbClr val="FF0000"/>
                </a:solidFill>
                <a:latin typeface="微软雅黑" panose="020B0503020204020204" pitchFamily="34" charset="-122"/>
                <a:ea typeface="微软雅黑" panose="020B0503020204020204" pitchFamily="34" charset="-122"/>
              </a:rPr>
              <a:t>无关</a:t>
            </a:r>
            <a:r>
              <a:rPr lang="zh-CN" altLang="en-US" sz="2800" b="1" dirty="0">
                <a:solidFill>
                  <a:srgbClr val="000000"/>
                </a:solidFill>
                <a:latin typeface="微软雅黑" panose="020B0503020204020204" pitchFamily="34" charset="-122"/>
                <a:ea typeface="微软雅黑" panose="020B0503020204020204" pitchFamily="34" charset="-122"/>
              </a:rPr>
              <a:t>，即</a:t>
            </a:r>
          </a:p>
          <a:p>
            <a:pPr eaLnBrk="1" hangingPunct="1">
              <a:lnSpc>
                <a:spcPct val="105000"/>
              </a:lnSpc>
              <a:buNone/>
            </a:pPr>
            <a:r>
              <a:rPr lang="zh-CN" altLang="en-US" sz="2800" b="1" dirty="0">
                <a:solidFill>
                  <a:srgbClr val="000000"/>
                </a:solidFill>
                <a:latin typeface="微软雅黑" panose="020B0503020204020204" pitchFamily="34" charset="-122"/>
                <a:ea typeface="微软雅黑" panose="020B0503020204020204" pitchFamily="34" charset="-122"/>
              </a:rPr>
              <a:t>对于所有的</a:t>
            </a:r>
            <a:r>
              <a:rPr lang="en-US" altLang="zh-CN" sz="2800" b="1" dirty="0">
                <a:solidFill>
                  <a:srgbClr val="000000"/>
                </a:solidFill>
                <a:latin typeface="微软雅黑" panose="020B0503020204020204" pitchFamily="34" charset="-122"/>
                <a:ea typeface="微软雅黑" panose="020B0503020204020204" pitchFamily="34" charset="-122"/>
              </a:rPr>
              <a:t>n，</a:t>
            </a:r>
            <a:r>
              <a:rPr lang="zh-CN" altLang="en-US" sz="2800" b="1" dirty="0">
                <a:solidFill>
                  <a:srgbClr val="000000"/>
                </a:solidFill>
                <a:latin typeface="微软雅黑" panose="020B0503020204020204" pitchFamily="34" charset="-122"/>
                <a:ea typeface="微软雅黑" panose="020B0503020204020204" pitchFamily="34" charset="-122"/>
              </a:rPr>
              <a:t>有：</a:t>
            </a:r>
          </a:p>
          <a:p>
            <a:pPr eaLnBrk="1" hangingPunct="1">
              <a:lnSpc>
                <a:spcPct val="105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05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05000"/>
              </a:lnSpc>
              <a:buNone/>
            </a:pPr>
            <a:endParaRPr lang="en-US" altLang="zh-CN"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05000"/>
              </a:lnSpc>
              <a:buNone/>
            </a:pPr>
            <a:r>
              <a:rPr lang="zh-CN" altLang="en-US" sz="2800" b="1" dirty="0">
                <a:solidFill>
                  <a:srgbClr val="000000"/>
                </a:solidFill>
                <a:latin typeface="微软雅黑" panose="020B0503020204020204" pitchFamily="34" charset="-122"/>
                <a:ea typeface="微软雅黑" panose="020B0503020204020204" pitchFamily="34" charset="-122"/>
              </a:rPr>
              <a:t>以上公式</a:t>
            </a:r>
            <a:r>
              <a:rPr lang="zh-CN" altLang="en-US" sz="2800" b="1" dirty="0">
                <a:solidFill>
                  <a:srgbClr val="FF0000"/>
                </a:solidFill>
                <a:latin typeface="微软雅黑" panose="020B0503020204020204" pitchFamily="34" charset="-122"/>
                <a:ea typeface="微软雅黑" panose="020B0503020204020204" pitchFamily="34" charset="-122"/>
              </a:rPr>
              <a:t>均是与时间无关的常量</a:t>
            </a:r>
            <a:r>
              <a:rPr lang="zh-CN" altLang="en-US" sz="2800" b="1" dirty="0">
                <a:solidFill>
                  <a:srgbClr val="000000"/>
                </a:solidFill>
                <a:latin typeface="微软雅黑" panose="020B0503020204020204" pitchFamily="34" charset="-122"/>
                <a:ea typeface="微软雅黑" panose="020B0503020204020204" pitchFamily="34" charset="-122"/>
              </a:rPr>
              <a:t>。 </a:t>
            </a:r>
          </a:p>
        </p:txBody>
      </p:sp>
      <p:graphicFrame>
        <p:nvGraphicFramePr>
          <p:cNvPr id="5122" name="Object 13"/>
          <p:cNvGraphicFramePr>
            <a:graphicFrameLocks noChangeAspect="1"/>
          </p:cNvGraphicFramePr>
          <p:nvPr/>
        </p:nvGraphicFramePr>
        <p:xfrm>
          <a:off x="822325" y="1724025"/>
          <a:ext cx="7042150" cy="638175"/>
        </p:xfrm>
        <a:graphic>
          <a:graphicData uri="http://schemas.openxmlformats.org/presentationml/2006/ole">
            <mc:AlternateContent xmlns:mc="http://schemas.openxmlformats.org/markup-compatibility/2006">
              <mc:Choice xmlns:v="urn:schemas-microsoft-com:vml" Requires="v">
                <p:oleObj r:id="rId2" imgW="2628900" imgH="241300" progId="Equation.DSMT4">
                  <p:embed/>
                </p:oleObj>
              </mc:Choice>
              <mc:Fallback>
                <p:oleObj r:id="rId2" imgW="2628900" imgH="241300" progId="Equation.DSMT4">
                  <p:embed/>
                  <p:pic>
                    <p:nvPicPr>
                      <p:cNvPr id="0" name="图片 3101"/>
                      <p:cNvPicPr/>
                      <p:nvPr/>
                    </p:nvPicPr>
                    <p:blipFill>
                      <a:blip r:embed="rId3"/>
                      <a:stretch>
                        <a:fillRect/>
                      </a:stretch>
                    </p:blipFill>
                    <p:spPr>
                      <a:xfrm>
                        <a:off x="822325" y="1724025"/>
                        <a:ext cx="7042150" cy="638175"/>
                      </a:xfrm>
                      <a:prstGeom prst="rect">
                        <a:avLst/>
                      </a:prstGeom>
                      <a:noFill/>
                      <a:ln w="38100">
                        <a:noFill/>
                        <a:miter/>
                      </a:ln>
                    </p:spPr>
                  </p:pic>
                </p:oleObj>
              </mc:Fallback>
            </mc:AlternateContent>
          </a:graphicData>
        </a:graphic>
      </p:graphicFrame>
      <p:graphicFrame>
        <p:nvGraphicFramePr>
          <p:cNvPr id="5123" name="Object 27"/>
          <p:cNvGraphicFramePr>
            <a:graphicFrameLocks noChangeAspect="1"/>
          </p:cNvGraphicFramePr>
          <p:nvPr/>
        </p:nvGraphicFramePr>
        <p:xfrm>
          <a:off x="3354388" y="3581400"/>
          <a:ext cx="4033837" cy="819150"/>
        </p:xfrm>
        <a:graphic>
          <a:graphicData uri="http://schemas.openxmlformats.org/presentationml/2006/ole">
            <mc:AlternateContent xmlns:mc="http://schemas.openxmlformats.org/markup-compatibility/2006">
              <mc:Choice xmlns:v="urn:schemas-microsoft-com:vml" Requires="v">
                <p:oleObj r:id="rId4" imgW="1638300" imgH="330200" progId="Equation.DSMT4">
                  <p:embed/>
                </p:oleObj>
              </mc:Choice>
              <mc:Fallback>
                <p:oleObj r:id="rId4" imgW="1638300" imgH="330200" progId="Equation.DSMT4">
                  <p:embed/>
                  <p:pic>
                    <p:nvPicPr>
                      <p:cNvPr id="0" name="图片 3102"/>
                      <p:cNvPicPr/>
                      <p:nvPr/>
                    </p:nvPicPr>
                    <p:blipFill>
                      <a:blip r:embed="rId5"/>
                      <a:stretch>
                        <a:fillRect/>
                      </a:stretch>
                    </p:blipFill>
                    <p:spPr>
                      <a:xfrm>
                        <a:off x="3354388" y="3581400"/>
                        <a:ext cx="4033837" cy="819150"/>
                      </a:xfrm>
                      <a:prstGeom prst="rect">
                        <a:avLst/>
                      </a:prstGeom>
                      <a:noFill/>
                      <a:ln w="38100">
                        <a:noFill/>
                        <a:miter/>
                      </a:ln>
                    </p:spPr>
                  </p:pic>
                </p:oleObj>
              </mc:Fallback>
            </mc:AlternateContent>
          </a:graphicData>
        </a:graphic>
      </p:graphicFrame>
      <p:graphicFrame>
        <p:nvGraphicFramePr>
          <p:cNvPr id="5124" name="Object 26"/>
          <p:cNvGraphicFramePr>
            <a:graphicFrameLocks noChangeAspect="1"/>
          </p:cNvGraphicFramePr>
          <p:nvPr/>
        </p:nvGraphicFramePr>
        <p:xfrm>
          <a:off x="3311525" y="4362450"/>
          <a:ext cx="4992688" cy="819150"/>
        </p:xfrm>
        <a:graphic>
          <a:graphicData uri="http://schemas.openxmlformats.org/presentationml/2006/ole">
            <mc:AlternateContent xmlns:mc="http://schemas.openxmlformats.org/markup-compatibility/2006">
              <mc:Choice xmlns:v="urn:schemas-microsoft-com:vml" Requires="v">
                <p:oleObj r:id="rId6" imgW="2032000" imgH="330200" progId="Equation.DSMT4">
                  <p:embed/>
                </p:oleObj>
              </mc:Choice>
              <mc:Fallback>
                <p:oleObj r:id="rId6" imgW="2032000" imgH="330200" progId="Equation.DSMT4">
                  <p:embed/>
                  <p:pic>
                    <p:nvPicPr>
                      <p:cNvPr id="0" name="图片 3104"/>
                      <p:cNvPicPr/>
                      <p:nvPr/>
                    </p:nvPicPr>
                    <p:blipFill>
                      <a:blip r:embed="rId7"/>
                      <a:stretch>
                        <a:fillRect/>
                      </a:stretch>
                    </p:blipFill>
                    <p:spPr>
                      <a:xfrm>
                        <a:off x="3311525" y="4362450"/>
                        <a:ext cx="4992688" cy="819150"/>
                      </a:xfrm>
                      <a:prstGeom prst="rect">
                        <a:avLst/>
                      </a:prstGeom>
                      <a:noFill/>
                      <a:ln w="38100">
                        <a:noFill/>
                        <a:miter/>
                      </a:ln>
                    </p:spPr>
                  </p:pic>
                </p:oleObj>
              </mc:Fallback>
            </mc:AlternateContent>
          </a:graphicData>
        </a:graphic>
      </p:graphicFrame>
      <p:graphicFrame>
        <p:nvGraphicFramePr>
          <p:cNvPr id="5125" name="Object 25"/>
          <p:cNvGraphicFramePr>
            <a:graphicFrameLocks noChangeAspect="1"/>
          </p:cNvGraphicFramePr>
          <p:nvPr/>
        </p:nvGraphicFramePr>
        <p:xfrm>
          <a:off x="3348038" y="5048250"/>
          <a:ext cx="5305425" cy="819150"/>
        </p:xfrm>
        <a:graphic>
          <a:graphicData uri="http://schemas.openxmlformats.org/presentationml/2006/ole">
            <mc:AlternateContent xmlns:mc="http://schemas.openxmlformats.org/markup-compatibility/2006">
              <mc:Choice xmlns:v="urn:schemas-microsoft-com:vml" Requires="v">
                <p:oleObj r:id="rId8" imgW="2159000" imgH="330200" progId="Equation.DSMT4">
                  <p:embed/>
                </p:oleObj>
              </mc:Choice>
              <mc:Fallback>
                <p:oleObj r:id="rId8" imgW="2159000" imgH="330200" progId="Equation.DSMT4">
                  <p:embed/>
                  <p:pic>
                    <p:nvPicPr>
                      <p:cNvPr id="0" name="图片 3097"/>
                      <p:cNvPicPr/>
                      <p:nvPr/>
                    </p:nvPicPr>
                    <p:blipFill>
                      <a:blip r:embed="rId9"/>
                      <a:stretch>
                        <a:fillRect/>
                      </a:stretch>
                    </p:blipFill>
                    <p:spPr>
                      <a:xfrm>
                        <a:off x="3348038" y="5048250"/>
                        <a:ext cx="5305425" cy="819150"/>
                      </a:xfrm>
                      <a:prstGeom prst="rect">
                        <a:avLst/>
                      </a:prstGeom>
                      <a:noFill/>
                      <a:ln w="38100">
                        <a:noFill/>
                        <a:miter/>
                      </a:ln>
                    </p:spPr>
                  </p:pic>
                </p:oleObj>
              </mc:Fallback>
            </mc:AlternateContent>
          </a:graphicData>
        </a:graphic>
      </p:graphicFrame>
      <p:sp>
        <p:nvSpPr>
          <p:cNvPr id="5127"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8</a:t>
            </a:fld>
            <a:endParaRPr lang="zh-CN" alt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1550" y="404495"/>
            <a:ext cx="3738880" cy="521970"/>
          </a:xfrm>
          <a:prstGeom prst="rect">
            <a:avLst/>
          </a:prstGeom>
          <a:noFill/>
        </p:spPr>
        <p:txBody>
          <a:bodyPr wrap="none" rtlCol="0">
            <a:spAutoFit/>
          </a:bodyPr>
          <a:lstStyle/>
          <a:p>
            <a:r>
              <a:rPr lang="zh-CN" altLang="en-US" sz="2800" b="1">
                <a:solidFill>
                  <a:srgbClr val="000000"/>
                </a:solidFill>
                <a:latin typeface="微软雅黑" panose="020B0503020204020204" pitchFamily="34" charset="-122"/>
                <a:ea typeface="微软雅黑" panose="020B0503020204020204" pitchFamily="34" charset="-122"/>
              </a:rPr>
              <a:t>确定性信号与随机信号</a:t>
            </a:r>
          </a:p>
        </p:txBody>
      </p:sp>
      <p:pic>
        <p:nvPicPr>
          <p:cNvPr id="47107" name="Picture 2"/>
          <p:cNvPicPr>
            <a:picLocks noChangeAspect="1"/>
          </p:cNvPicPr>
          <p:nvPr/>
        </p:nvPicPr>
        <p:blipFill>
          <a:blip r:embed="rId2"/>
          <a:srcRect l="11268" t="33517"/>
          <a:stretch>
            <a:fillRect/>
          </a:stretch>
        </p:blipFill>
        <p:spPr>
          <a:xfrm>
            <a:off x="1259840" y="1484630"/>
            <a:ext cx="7555865" cy="1957070"/>
          </a:xfrm>
          <a:prstGeom prst="rect">
            <a:avLst/>
          </a:prstGeom>
          <a:noFill/>
          <a:ln w="9525">
            <a:noFill/>
          </a:ln>
        </p:spPr>
      </p:pic>
      <p:sp>
        <p:nvSpPr>
          <p:cNvPr id="5" name="文本框 4"/>
          <p:cNvSpPr txBox="1"/>
          <p:nvPr/>
        </p:nvSpPr>
        <p:spPr>
          <a:xfrm>
            <a:off x="1259840" y="926465"/>
            <a:ext cx="5819140" cy="460375"/>
          </a:xfrm>
          <a:prstGeom prst="rect">
            <a:avLst/>
          </a:prstGeom>
          <a:noFill/>
        </p:spPr>
        <p:txBody>
          <a:bodyPr wrap="none" rtlCol="0">
            <a:spAutoFit/>
          </a:bodyPr>
          <a:lstStyle/>
          <a:p>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确定性</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信号：</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x(t)</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在时刻</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的值是固定的。</a:t>
            </a:r>
          </a:p>
        </p:txBody>
      </p:sp>
      <p:pic>
        <p:nvPicPr>
          <p:cNvPr id="47108" name="Picture 3"/>
          <p:cNvPicPr>
            <a:picLocks noChangeAspect="1"/>
          </p:cNvPicPr>
          <p:nvPr/>
        </p:nvPicPr>
        <p:blipFill>
          <a:blip r:embed="rId3"/>
          <a:stretch>
            <a:fillRect/>
          </a:stretch>
        </p:blipFill>
        <p:spPr>
          <a:xfrm>
            <a:off x="971550" y="4581525"/>
            <a:ext cx="7400925" cy="1914525"/>
          </a:xfrm>
          <a:prstGeom prst="rect">
            <a:avLst/>
          </a:prstGeom>
          <a:noFill/>
          <a:ln w="9525">
            <a:noFill/>
          </a:ln>
        </p:spPr>
      </p:pic>
      <p:sp>
        <p:nvSpPr>
          <p:cNvPr id="6" name="文本框 5"/>
          <p:cNvSpPr txBox="1"/>
          <p:nvPr/>
        </p:nvSpPr>
        <p:spPr>
          <a:xfrm>
            <a:off x="1250315" y="3596640"/>
            <a:ext cx="7343140" cy="829945"/>
          </a:xfrm>
          <a:prstGeom prst="rect">
            <a:avLst/>
          </a:prstGeom>
          <a:noFill/>
        </p:spPr>
        <p:txBody>
          <a:bodyPr wrap="none" rtlCol="0">
            <a:spAutoFit/>
          </a:bodyPr>
          <a:lstStyle/>
          <a:p>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随机信号</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x(t)</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在时刻</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t</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的值不是固定的；（非平稳）</a:t>
            </a:r>
          </a:p>
          <a:p>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只能由概率密度函数，均值，方差描述。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Rectangle 3"/>
          <p:cNvSpPr/>
          <p:nvPr/>
        </p:nvSpPr>
        <p:spPr>
          <a:xfrm>
            <a:off x="2033588" y="2119313"/>
            <a:ext cx="9144000" cy="0"/>
          </a:xfrm>
          <a:prstGeom prst="rect">
            <a:avLst/>
          </a:prstGeom>
          <a:noFill/>
          <a:ln w="9525">
            <a:noFill/>
          </a:ln>
        </p:spPr>
        <p:txBody>
          <a:bodyPr>
            <a:spAutoFit/>
          </a:bodyPr>
          <a:lstStyle/>
          <a:p>
            <a:pPr eaLnBrk="1" hangingPunct="1"/>
            <a:endParaRPr lang="zh-CN" altLang="en-US" b="1" dirty="0">
              <a:latin typeface="Arial" panose="020B0604020202020204" pitchFamily="34" charset="0"/>
            </a:endParaRPr>
          </a:p>
        </p:txBody>
      </p:sp>
      <p:sp>
        <p:nvSpPr>
          <p:cNvPr id="6155" name="Rectangle 12"/>
          <p:cNvSpPr>
            <a:spLocks noGrp="1" noRot="1"/>
          </p:cNvSpPr>
          <p:nvPr>
            <p:ph idx="1"/>
          </p:nvPr>
        </p:nvSpPr>
        <p:spPr>
          <a:xfrm>
            <a:off x="301625" y="533400"/>
            <a:ext cx="8842375" cy="5943600"/>
          </a:xfrm>
        </p:spPr>
        <p:txBody>
          <a:bodyPr vert="horz" wrap="square" lIns="91440" tIns="45720" rIns="91440" bIns="45720" anchor="t" anchorCtr="0"/>
          <a:lstStyle/>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5.3.4  自相关序列</a:t>
            </a:r>
          </a:p>
          <a:p>
            <a:pPr algn="just"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随机过程       的</a:t>
            </a:r>
            <a:r>
              <a:rPr lang="zh-CN" altLang="en-US" sz="2800" b="1" dirty="0">
                <a:solidFill>
                  <a:srgbClr val="FF0000"/>
                </a:solidFill>
                <a:latin typeface="微软雅黑" panose="020B0503020204020204" pitchFamily="34" charset="-122"/>
                <a:ea typeface="微软雅黑" panose="020B0503020204020204" pitchFamily="34" charset="-122"/>
              </a:rPr>
              <a:t>自相关序列</a:t>
            </a:r>
            <a:r>
              <a:rPr lang="zh-CN" altLang="en-US" sz="2800" b="1" dirty="0">
                <a:solidFill>
                  <a:srgbClr val="000000"/>
                </a:solidFill>
                <a:latin typeface="微软雅黑" panose="020B0503020204020204" pitchFamily="34" charset="-122"/>
                <a:ea typeface="微软雅黑" panose="020B0503020204020204" pitchFamily="34" charset="-122"/>
              </a:rPr>
              <a:t>定义为：</a:t>
            </a:r>
          </a:p>
          <a:p>
            <a:pPr algn="just" eaLnBrk="1" hangingPunct="1">
              <a:lnSpc>
                <a:spcPct val="12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式中，星号*表示复共轭。</a:t>
            </a: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 </a:t>
            </a:r>
          </a:p>
          <a:p>
            <a:pPr algn="just" eaLnBrk="1" hangingPunct="1">
              <a:lnSpc>
                <a:spcPct val="120000"/>
              </a:lnSpc>
              <a:buNone/>
            </a:pPr>
            <a:r>
              <a:rPr lang="zh-CN" altLang="en-US" b="1" dirty="0">
                <a:solidFill>
                  <a:srgbClr val="000000"/>
                </a:solidFill>
                <a:latin typeface="微软雅黑" panose="020B0503020204020204" pitchFamily="34" charset="-122"/>
                <a:ea typeface="微软雅黑" panose="020B0503020204020204" pitchFamily="34" charset="-122"/>
              </a:rPr>
              <a:t>5.3.5  互相关序列</a:t>
            </a:r>
          </a:p>
          <a:p>
            <a:pPr algn="just"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随机过程       和       的</a:t>
            </a:r>
            <a:r>
              <a:rPr lang="zh-CN" altLang="en-US" sz="2800" b="1" dirty="0">
                <a:solidFill>
                  <a:srgbClr val="FF0000"/>
                </a:solidFill>
                <a:latin typeface="微软雅黑" panose="020B0503020204020204" pitchFamily="34" charset="-122"/>
                <a:ea typeface="微软雅黑" panose="020B0503020204020204" pitchFamily="34" charset="-122"/>
              </a:rPr>
              <a:t>互相关序列</a:t>
            </a:r>
            <a:r>
              <a:rPr lang="zh-CN" altLang="en-US" sz="2800" b="1" dirty="0">
                <a:solidFill>
                  <a:srgbClr val="000000"/>
                </a:solidFill>
                <a:latin typeface="微软雅黑" panose="020B0503020204020204" pitchFamily="34" charset="-122"/>
                <a:ea typeface="微软雅黑" panose="020B0503020204020204" pitchFamily="34" charset="-122"/>
              </a:rPr>
              <a:t>定义为：</a:t>
            </a:r>
          </a:p>
          <a:p>
            <a:pPr eaLnBrk="1" hangingPunct="1">
              <a:lnSpc>
                <a:spcPct val="12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式中，                     是     与      的</a:t>
            </a:r>
            <a:r>
              <a:rPr lang="zh-CN" altLang="en-US" sz="2800" b="1" dirty="0">
                <a:solidFill>
                  <a:srgbClr val="FF3300"/>
                </a:solidFill>
                <a:latin typeface="微软雅黑" panose="020B0503020204020204" pitchFamily="34" charset="-122"/>
                <a:ea typeface="微软雅黑" panose="020B0503020204020204" pitchFamily="34" charset="-122"/>
              </a:rPr>
              <a:t>联合概率密度函数</a:t>
            </a:r>
            <a:r>
              <a:rPr lang="zh-CN" altLang="en-US" sz="2800" b="1" dirty="0">
                <a:solidFill>
                  <a:srgbClr val="0000FF"/>
                </a:solidFill>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 </a:t>
            </a:r>
          </a:p>
        </p:txBody>
      </p:sp>
      <p:sp>
        <p:nvSpPr>
          <p:cNvPr id="6156" name="Rectangle 14"/>
          <p:cNvSpPr/>
          <p:nvPr/>
        </p:nvSpPr>
        <p:spPr>
          <a:xfrm>
            <a:off x="2700338" y="3148013"/>
            <a:ext cx="9144000" cy="0"/>
          </a:xfrm>
          <a:prstGeom prst="rect">
            <a:avLst/>
          </a:prstGeom>
          <a:noFill/>
          <a:ln w="9525">
            <a:noFill/>
          </a:ln>
        </p:spPr>
        <p:txBody>
          <a:bodyPr>
            <a:spAutoFit/>
          </a:bodyPr>
          <a:lstStyle/>
          <a:p>
            <a:pPr eaLnBrk="1" hangingPunct="1"/>
            <a:endParaRPr lang="zh-CN" altLang="en-US" b="1" dirty="0">
              <a:latin typeface="Arial" panose="020B0604020202020204" pitchFamily="34" charset="0"/>
            </a:endParaRPr>
          </a:p>
        </p:txBody>
      </p:sp>
      <p:graphicFrame>
        <p:nvGraphicFramePr>
          <p:cNvPr id="6146" name="Object 13"/>
          <p:cNvGraphicFramePr>
            <a:graphicFrameLocks noChangeAspect="1"/>
          </p:cNvGraphicFramePr>
          <p:nvPr/>
        </p:nvGraphicFramePr>
        <p:xfrm>
          <a:off x="566738" y="1695450"/>
          <a:ext cx="7947025" cy="1171575"/>
        </p:xfrm>
        <a:graphic>
          <a:graphicData uri="http://schemas.openxmlformats.org/presentationml/2006/ole">
            <mc:AlternateContent xmlns:mc="http://schemas.openxmlformats.org/markup-compatibility/2006">
              <mc:Choice xmlns:v="urn:schemas-microsoft-com:vml" Requires="v">
                <p:oleObj r:id="rId2" imgW="3644900" imgH="533400" progId="Equation.DSMT4">
                  <p:embed/>
                </p:oleObj>
              </mc:Choice>
              <mc:Fallback>
                <p:oleObj r:id="rId2" imgW="3644900" imgH="533400" progId="Equation.DSMT4">
                  <p:embed/>
                  <p:pic>
                    <p:nvPicPr>
                      <p:cNvPr id="0" name="图片 3109"/>
                      <p:cNvPicPr/>
                      <p:nvPr/>
                    </p:nvPicPr>
                    <p:blipFill>
                      <a:blip r:embed="rId3"/>
                      <a:stretch>
                        <a:fillRect/>
                      </a:stretch>
                    </p:blipFill>
                    <p:spPr>
                      <a:xfrm>
                        <a:off x="566738" y="1695450"/>
                        <a:ext cx="7947025" cy="1171575"/>
                      </a:xfrm>
                      <a:prstGeom prst="rect">
                        <a:avLst/>
                      </a:prstGeom>
                      <a:noFill/>
                      <a:ln w="38100">
                        <a:noFill/>
                        <a:miter/>
                      </a:ln>
                    </p:spPr>
                  </p:pic>
                </p:oleObj>
              </mc:Fallback>
            </mc:AlternateContent>
          </a:graphicData>
        </a:graphic>
      </p:graphicFrame>
      <p:graphicFrame>
        <p:nvGraphicFramePr>
          <p:cNvPr id="6147" name="Object 15"/>
          <p:cNvGraphicFramePr>
            <a:graphicFrameLocks noChangeAspect="1"/>
          </p:cNvGraphicFramePr>
          <p:nvPr/>
        </p:nvGraphicFramePr>
        <p:xfrm>
          <a:off x="609600" y="4953000"/>
          <a:ext cx="6961188" cy="727075"/>
        </p:xfrm>
        <a:graphic>
          <a:graphicData uri="http://schemas.openxmlformats.org/presentationml/2006/ole">
            <mc:AlternateContent xmlns:mc="http://schemas.openxmlformats.org/markup-compatibility/2006">
              <mc:Choice xmlns:v="urn:schemas-microsoft-com:vml" Requires="v">
                <p:oleObj r:id="rId4" imgW="3187700" imgH="330200" progId="Equation.DSMT4">
                  <p:embed/>
                </p:oleObj>
              </mc:Choice>
              <mc:Fallback>
                <p:oleObj r:id="rId4" imgW="3187700" imgH="330200" progId="Equation.DSMT4">
                  <p:embed/>
                  <p:pic>
                    <p:nvPicPr>
                      <p:cNvPr id="0" name="图片 3111"/>
                      <p:cNvPicPr/>
                      <p:nvPr/>
                    </p:nvPicPr>
                    <p:blipFill>
                      <a:blip r:embed="rId5"/>
                      <a:stretch>
                        <a:fillRect/>
                      </a:stretch>
                    </p:blipFill>
                    <p:spPr>
                      <a:xfrm>
                        <a:off x="609600" y="4953000"/>
                        <a:ext cx="6961188" cy="727075"/>
                      </a:xfrm>
                      <a:prstGeom prst="rect">
                        <a:avLst/>
                      </a:prstGeom>
                      <a:noFill/>
                      <a:ln w="38100">
                        <a:noFill/>
                        <a:miter/>
                      </a:ln>
                    </p:spPr>
                  </p:pic>
                </p:oleObj>
              </mc:Fallback>
            </mc:AlternateContent>
          </a:graphicData>
        </a:graphic>
      </p:graphicFrame>
      <p:graphicFrame>
        <p:nvGraphicFramePr>
          <p:cNvPr id="6148" name="Object 17"/>
          <p:cNvGraphicFramePr>
            <a:graphicFrameLocks noChangeAspect="1"/>
          </p:cNvGraphicFramePr>
          <p:nvPr/>
        </p:nvGraphicFramePr>
        <p:xfrm>
          <a:off x="1398588" y="5646738"/>
          <a:ext cx="2189162" cy="519112"/>
        </p:xfrm>
        <a:graphic>
          <a:graphicData uri="http://schemas.openxmlformats.org/presentationml/2006/ole">
            <mc:AlternateContent xmlns:mc="http://schemas.openxmlformats.org/markup-compatibility/2006">
              <mc:Choice xmlns:v="urn:schemas-microsoft-com:vml" Requires="v">
                <p:oleObj r:id="rId6" imgW="1002665" imgH="241300" progId="Equation.DSMT4">
                  <p:embed/>
                </p:oleObj>
              </mc:Choice>
              <mc:Fallback>
                <p:oleObj r:id="rId6" imgW="1002665" imgH="241300" progId="Equation.DSMT4">
                  <p:embed/>
                  <p:pic>
                    <p:nvPicPr>
                      <p:cNvPr id="0" name="图片 3112"/>
                      <p:cNvPicPr/>
                      <p:nvPr/>
                    </p:nvPicPr>
                    <p:blipFill>
                      <a:blip r:embed="rId7"/>
                      <a:stretch>
                        <a:fillRect/>
                      </a:stretch>
                    </p:blipFill>
                    <p:spPr>
                      <a:xfrm>
                        <a:off x="1398588" y="5646738"/>
                        <a:ext cx="2189162" cy="519112"/>
                      </a:xfrm>
                      <a:prstGeom prst="rect">
                        <a:avLst/>
                      </a:prstGeom>
                      <a:noFill/>
                      <a:ln w="38100">
                        <a:noFill/>
                        <a:miter/>
                      </a:ln>
                    </p:spPr>
                  </p:pic>
                </p:oleObj>
              </mc:Fallback>
            </mc:AlternateContent>
          </a:graphicData>
        </a:graphic>
      </p:graphicFrame>
      <p:graphicFrame>
        <p:nvGraphicFramePr>
          <p:cNvPr id="6149" name="Object 20"/>
          <p:cNvGraphicFramePr>
            <a:graphicFrameLocks noChangeAspect="1"/>
          </p:cNvGraphicFramePr>
          <p:nvPr/>
        </p:nvGraphicFramePr>
        <p:xfrm>
          <a:off x="4140200" y="5732463"/>
          <a:ext cx="366713" cy="498475"/>
        </p:xfrm>
        <a:graphic>
          <a:graphicData uri="http://schemas.openxmlformats.org/presentationml/2006/ole">
            <mc:AlternateContent xmlns:mc="http://schemas.openxmlformats.org/markup-compatibility/2006">
              <mc:Choice xmlns:v="urn:schemas-microsoft-com:vml" Requires="v">
                <p:oleObj r:id="rId8" imgW="165100" imgH="228600" progId="Equation.DSMT4">
                  <p:embed/>
                </p:oleObj>
              </mc:Choice>
              <mc:Fallback>
                <p:oleObj r:id="rId8" imgW="165100" imgH="228600" progId="Equation.DSMT4">
                  <p:embed/>
                  <p:pic>
                    <p:nvPicPr>
                      <p:cNvPr id="0" name="图片 3106"/>
                      <p:cNvPicPr/>
                      <p:nvPr/>
                    </p:nvPicPr>
                    <p:blipFill>
                      <a:blip r:embed="rId9"/>
                      <a:stretch>
                        <a:fillRect/>
                      </a:stretch>
                    </p:blipFill>
                    <p:spPr>
                      <a:xfrm>
                        <a:off x="4140200" y="5732463"/>
                        <a:ext cx="366713" cy="498475"/>
                      </a:xfrm>
                      <a:prstGeom prst="rect">
                        <a:avLst/>
                      </a:prstGeom>
                      <a:noFill/>
                      <a:ln w="38100">
                        <a:noFill/>
                        <a:miter/>
                      </a:ln>
                    </p:spPr>
                  </p:pic>
                </p:oleObj>
              </mc:Fallback>
            </mc:AlternateContent>
          </a:graphicData>
        </a:graphic>
      </p:graphicFrame>
      <p:graphicFrame>
        <p:nvGraphicFramePr>
          <p:cNvPr id="6150" name="Object 19"/>
          <p:cNvGraphicFramePr>
            <a:graphicFrameLocks noChangeAspect="1"/>
          </p:cNvGraphicFramePr>
          <p:nvPr/>
        </p:nvGraphicFramePr>
        <p:xfrm>
          <a:off x="5003800" y="5732463"/>
          <a:ext cx="436563" cy="498475"/>
        </p:xfrm>
        <a:graphic>
          <a:graphicData uri="http://schemas.openxmlformats.org/presentationml/2006/ole">
            <mc:AlternateContent xmlns:mc="http://schemas.openxmlformats.org/markup-compatibility/2006">
              <mc:Choice xmlns:v="urn:schemas-microsoft-com:vml" Requires="v">
                <p:oleObj r:id="rId10" imgW="203200" imgH="228600" progId="Equation.DSMT4">
                  <p:embed/>
                </p:oleObj>
              </mc:Choice>
              <mc:Fallback>
                <p:oleObj r:id="rId10" imgW="203200" imgH="228600" progId="Equation.DSMT4">
                  <p:embed/>
                  <p:pic>
                    <p:nvPicPr>
                      <p:cNvPr id="0" name="图片 3110"/>
                      <p:cNvPicPr/>
                      <p:nvPr/>
                    </p:nvPicPr>
                    <p:blipFill>
                      <a:blip r:embed="rId11"/>
                      <a:stretch>
                        <a:fillRect/>
                      </a:stretch>
                    </p:blipFill>
                    <p:spPr>
                      <a:xfrm>
                        <a:off x="5003800" y="5732463"/>
                        <a:ext cx="436563" cy="498475"/>
                      </a:xfrm>
                      <a:prstGeom prst="rect">
                        <a:avLst/>
                      </a:prstGeom>
                      <a:noFill/>
                      <a:ln w="38100">
                        <a:noFill/>
                        <a:miter/>
                      </a:ln>
                    </p:spPr>
                  </p:pic>
                </p:oleObj>
              </mc:Fallback>
            </mc:AlternateContent>
          </a:graphicData>
        </a:graphic>
      </p:graphicFrame>
      <p:graphicFrame>
        <p:nvGraphicFramePr>
          <p:cNvPr id="6151" name="Object 23"/>
          <p:cNvGraphicFramePr>
            <a:graphicFrameLocks noChangeAspect="1"/>
          </p:cNvGraphicFramePr>
          <p:nvPr/>
        </p:nvGraphicFramePr>
        <p:xfrm>
          <a:off x="1841500" y="4419600"/>
          <a:ext cx="638175" cy="498475"/>
        </p:xfrm>
        <a:graphic>
          <a:graphicData uri="http://schemas.openxmlformats.org/presentationml/2006/ole">
            <mc:AlternateContent xmlns:mc="http://schemas.openxmlformats.org/markup-compatibility/2006">
              <mc:Choice xmlns:v="urn:schemas-microsoft-com:vml" Requires="v">
                <p:oleObj r:id="rId12" imgW="292100" imgH="228600" progId="Equation.DSMT4">
                  <p:embed/>
                </p:oleObj>
              </mc:Choice>
              <mc:Fallback>
                <p:oleObj r:id="rId12" imgW="292100" imgH="228600" progId="Equation.DSMT4">
                  <p:embed/>
                  <p:pic>
                    <p:nvPicPr>
                      <p:cNvPr id="0" name="图片 3113"/>
                      <p:cNvPicPr/>
                      <p:nvPr/>
                    </p:nvPicPr>
                    <p:blipFill>
                      <a:blip r:embed="rId13"/>
                      <a:stretch>
                        <a:fillRect/>
                      </a:stretch>
                    </p:blipFill>
                    <p:spPr>
                      <a:xfrm>
                        <a:off x="1841500" y="4419600"/>
                        <a:ext cx="638175" cy="498475"/>
                      </a:xfrm>
                      <a:prstGeom prst="rect">
                        <a:avLst/>
                      </a:prstGeom>
                      <a:noFill/>
                      <a:ln w="38100">
                        <a:noFill/>
                        <a:miter/>
                      </a:ln>
                    </p:spPr>
                  </p:pic>
                </p:oleObj>
              </mc:Fallback>
            </mc:AlternateContent>
          </a:graphicData>
        </a:graphic>
      </p:graphicFrame>
      <p:graphicFrame>
        <p:nvGraphicFramePr>
          <p:cNvPr id="6152" name="Object 22"/>
          <p:cNvGraphicFramePr>
            <a:graphicFrameLocks noChangeAspect="1"/>
          </p:cNvGraphicFramePr>
          <p:nvPr/>
        </p:nvGraphicFramePr>
        <p:xfrm>
          <a:off x="2832100" y="4419600"/>
          <a:ext cx="658813" cy="498475"/>
        </p:xfrm>
        <a:graphic>
          <a:graphicData uri="http://schemas.openxmlformats.org/presentationml/2006/ole">
            <mc:AlternateContent xmlns:mc="http://schemas.openxmlformats.org/markup-compatibility/2006">
              <mc:Choice xmlns:v="urn:schemas-microsoft-com:vml" Requires="v">
                <p:oleObj r:id="rId14" imgW="304800" imgH="228600" progId="Equation.DSMT4">
                  <p:embed/>
                </p:oleObj>
              </mc:Choice>
              <mc:Fallback>
                <p:oleObj r:id="rId14" imgW="304800" imgH="228600" progId="Equation.DSMT4">
                  <p:embed/>
                  <p:pic>
                    <p:nvPicPr>
                      <p:cNvPr id="0" name="图片 3107"/>
                      <p:cNvPicPr/>
                      <p:nvPr/>
                    </p:nvPicPr>
                    <p:blipFill>
                      <a:blip r:embed="rId15"/>
                      <a:stretch>
                        <a:fillRect/>
                      </a:stretch>
                    </p:blipFill>
                    <p:spPr>
                      <a:xfrm>
                        <a:off x="2832100" y="4419600"/>
                        <a:ext cx="658813" cy="498475"/>
                      </a:xfrm>
                      <a:prstGeom prst="rect">
                        <a:avLst/>
                      </a:prstGeom>
                      <a:noFill/>
                      <a:ln w="38100">
                        <a:noFill/>
                        <a:miter/>
                      </a:ln>
                    </p:spPr>
                  </p:pic>
                </p:oleObj>
              </mc:Fallback>
            </mc:AlternateContent>
          </a:graphicData>
        </a:graphic>
      </p:graphicFrame>
      <p:graphicFrame>
        <p:nvGraphicFramePr>
          <p:cNvPr id="6153" name="Object 25"/>
          <p:cNvGraphicFramePr>
            <a:graphicFrameLocks noChangeAspect="1"/>
          </p:cNvGraphicFramePr>
          <p:nvPr/>
        </p:nvGraphicFramePr>
        <p:xfrm>
          <a:off x="1862138" y="1254125"/>
          <a:ext cx="638175" cy="498475"/>
        </p:xfrm>
        <a:graphic>
          <a:graphicData uri="http://schemas.openxmlformats.org/presentationml/2006/ole">
            <mc:AlternateContent xmlns:mc="http://schemas.openxmlformats.org/markup-compatibility/2006">
              <mc:Choice xmlns:v="urn:schemas-microsoft-com:vml" Requires="v">
                <p:oleObj r:id="rId16" imgW="292100" imgH="228600" progId="Equation.DSMT4">
                  <p:embed/>
                </p:oleObj>
              </mc:Choice>
              <mc:Fallback>
                <p:oleObj r:id="rId16" imgW="292100" imgH="228600" progId="Equation.DSMT4">
                  <p:embed/>
                  <p:pic>
                    <p:nvPicPr>
                      <p:cNvPr id="0" name="图片 3108"/>
                      <p:cNvPicPr/>
                      <p:nvPr/>
                    </p:nvPicPr>
                    <p:blipFill>
                      <a:blip r:embed="rId17"/>
                      <a:stretch>
                        <a:fillRect/>
                      </a:stretch>
                    </p:blipFill>
                    <p:spPr>
                      <a:xfrm>
                        <a:off x="1862138" y="1254125"/>
                        <a:ext cx="638175" cy="498475"/>
                      </a:xfrm>
                      <a:prstGeom prst="rect">
                        <a:avLst/>
                      </a:prstGeom>
                      <a:noFill/>
                      <a:ln w="38100">
                        <a:noFill/>
                        <a:miter/>
                      </a:ln>
                    </p:spPr>
                  </p:pic>
                </p:oleObj>
              </mc:Fallback>
            </mc:AlternateContent>
          </a:graphicData>
        </a:graphic>
      </p:graphicFrame>
      <p:sp>
        <p:nvSpPr>
          <p:cNvPr id="6157"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10</a:t>
            </a:fld>
            <a:endParaRPr lang="zh-CN" alt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Rectangle 7"/>
          <p:cNvSpPr>
            <a:spLocks noGrp="1" noRot="1"/>
          </p:cNvSpPr>
          <p:nvPr>
            <p:ph idx="1"/>
          </p:nvPr>
        </p:nvSpPr>
        <p:spPr>
          <a:xfrm>
            <a:off x="298450" y="685800"/>
            <a:ext cx="8540750" cy="5413375"/>
          </a:xfrm>
        </p:spPr>
        <p:txBody>
          <a:bodyPr vert="horz" wrap="square" lIns="91440" tIns="45720" rIns="91440" bIns="45720" anchor="t" anchorCtr="0"/>
          <a:lstStyle/>
          <a:p>
            <a:pPr algn="just" eaLnBrk="1" hangingPunct="1">
              <a:lnSpc>
                <a:spcPct val="110000"/>
              </a:lnSpc>
              <a:buNone/>
            </a:pPr>
            <a:r>
              <a:rPr lang="zh-CN" altLang="en-US" b="1" dirty="0">
                <a:solidFill>
                  <a:srgbClr val="000000"/>
                </a:solidFill>
                <a:latin typeface="微软雅黑" panose="020B0503020204020204" pitchFamily="34" charset="-122"/>
                <a:ea typeface="微软雅黑" panose="020B0503020204020204" pitchFamily="34" charset="-122"/>
              </a:rPr>
              <a:t>5.3.6  自协方差序列</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随机过程       的</a:t>
            </a:r>
            <a:r>
              <a:rPr lang="zh-CN" altLang="en-US" sz="2800" b="1" dirty="0">
                <a:solidFill>
                  <a:srgbClr val="FF0000"/>
                </a:solidFill>
                <a:latin typeface="微软雅黑" panose="020B0503020204020204" pitchFamily="34" charset="-122"/>
                <a:ea typeface="微软雅黑" panose="020B0503020204020204" pitchFamily="34" charset="-122"/>
              </a:rPr>
              <a:t>自协方差序列</a:t>
            </a:r>
            <a:r>
              <a:rPr lang="zh-CN" altLang="en-US" sz="2800" b="1" dirty="0">
                <a:solidFill>
                  <a:srgbClr val="000000"/>
                </a:solidFill>
                <a:latin typeface="微软雅黑" panose="020B0503020204020204" pitchFamily="34" charset="-122"/>
                <a:ea typeface="微软雅黑" panose="020B0503020204020204" pitchFamily="34" charset="-122"/>
              </a:rPr>
              <a:t>定义为：</a:t>
            </a:r>
          </a:p>
          <a:p>
            <a:pPr algn="just" eaLnBrk="1" hangingPunct="1">
              <a:lnSpc>
                <a:spcPct val="110000"/>
              </a:lnSpc>
              <a:buNone/>
            </a:pPr>
            <a:r>
              <a:rPr lang="zh-CN" altLang="en-US" b="1" dirty="0">
                <a:solidFill>
                  <a:srgbClr val="000000"/>
                </a:solidFill>
                <a:latin typeface="微软雅黑" panose="020B0503020204020204" pitchFamily="34" charset="-122"/>
                <a:ea typeface="微软雅黑" panose="020B0503020204020204" pitchFamily="34" charset="-122"/>
              </a:rPr>
              <a:t> </a:t>
            </a:r>
          </a:p>
          <a:p>
            <a:pPr algn="just" eaLnBrk="1" hangingPunct="1">
              <a:lnSpc>
                <a:spcPct val="110000"/>
              </a:lnSpc>
              <a:buNone/>
            </a:pPr>
            <a:r>
              <a:rPr lang="zh-CN" altLang="en-US" b="1" dirty="0">
                <a:solidFill>
                  <a:srgbClr val="000000"/>
                </a:solidFill>
                <a:latin typeface="微软雅黑" panose="020B0503020204020204" pitchFamily="34" charset="-122"/>
                <a:ea typeface="微软雅黑" panose="020B0503020204020204" pitchFamily="34" charset="-122"/>
              </a:rPr>
              <a:t>5.3.7  互协方差序列</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随机过程      和       的</a:t>
            </a:r>
            <a:r>
              <a:rPr lang="zh-CN" altLang="en-US" sz="2800" b="1" dirty="0">
                <a:solidFill>
                  <a:srgbClr val="FF0000"/>
                </a:solidFill>
                <a:latin typeface="微软雅黑" panose="020B0503020204020204" pitchFamily="34" charset="-122"/>
                <a:ea typeface="微软雅黑" panose="020B0503020204020204" pitchFamily="34" charset="-122"/>
              </a:rPr>
              <a:t>互协方差序列</a:t>
            </a:r>
            <a:r>
              <a:rPr lang="zh-CN" altLang="en-US" sz="2800" b="1" dirty="0">
                <a:solidFill>
                  <a:srgbClr val="000000"/>
                </a:solidFill>
                <a:latin typeface="微软雅黑" panose="020B0503020204020204" pitchFamily="34" charset="-122"/>
                <a:ea typeface="微软雅黑" panose="020B0503020204020204" pitchFamily="34" charset="-122"/>
              </a:rPr>
              <a:t>定义为：</a:t>
            </a:r>
          </a:p>
          <a:p>
            <a:pPr algn="just" eaLnBrk="1" hangingPunct="1">
              <a:lnSpc>
                <a:spcPct val="110000"/>
              </a:lnSpc>
              <a:buNone/>
            </a:pPr>
            <a:r>
              <a:rPr lang="zh-CN" altLang="en-US" b="1" dirty="0">
                <a:solidFill>
                  <a:srgbClr val="000000"/>
                </a:solidFill>
                <a:latin typeface="微软雅黑" panose="020B0503020204020204" pitchFamily="34" charset="-122"/>
                <a:ea typeface="微软雅黑" panose="020B0503020204020204" pitchFamily="34" charset="-122"/>
              </a:rPr>
              <a:t> </a:t>
            </a:r>
          </a:p>
          <a:p>
            <a:pPr algn="just" eaLnBrk="1" hangingPunct="1">
              <a:lnSpc>
                <a:spcPct val="110000"/>
              </a:lnSpc>
              <a:buNone/>
            </a:pPr>
            <a:r>
              <a:rPr lang="zh-CN" altLang="en-US" b="1" dirty="0">
                <a:solidFill>
                  <a:srgbClr val="000000"/>
                </a:solidFill>
                <a:latin typeface="微软雅黑" panose="020B0503020204020204" pitchFamily="34" charset="-122"/>
                <a:ea typeface="微软雅黑" panose="020B0503020204020204" pitchFamily="34" charset="-122"/>
              </a:rPr>
              <a:t>5.3.8  狭义平稳随机过程</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两随机变量的</a:t>
            </a:r>
            <a:r>
              <a:rPr lang="zh-CN" altLang="en-US" sz="2800" b="1" dirty="0">
                <a:solidFill>
                  <a:srgbClr val="FF0000"/>
                </a:solidFill>
                <a:latin typeface="微软雅黑" panose="020B0503020204020204" pitchFamily="34" charset="-122"/>
                <a:ea typeface="微软雅黑" panose="020B0503020204020204" pitchFamily="34" charset="-122"/>
              </a:rPr>
              <a:t>联合概率密度函数只与</a:t>
            </a:r>
            <a:r>
              <a:rPr lang="zh-CN" altLang="en-US" sz="2800" b="1" dirty="0">
                <a:solidFill>
                  <a:srgbClr val="000000"/>
                </a:solidFill>
                <a:latin typeface="微软雅黑" panose="020B0503020204020204" pitchFamily="34" charset="-122"/>
                <a:ea typeface="微软雅黑" panose="020B0503020204020204" pitchFamily="34" charset="-122"/>
              </a:rPr>
              <a:t>它们的</a:t>
            </a:r>
            <a:r>
              <a:rPr lang="zh-CN" altLang="en-US" sz="2800" b="1" dirty="0">
                <a:solidFill>
                  <a:srgbClr val="FF0000"/>
                </a:solidFill>
                <a:latin typeface="微软雅黑" panose="020B0503020204020204" pitchFamily="34" charset="-122"/>
                <a:ea typeface="微软雅黑" panose="020B0503020204020204" pitchFamily="34" charset="-122"/>
              </a:rPr>
              <a:t>时间</a:t>
            </a:r>
          </a:p>
          <a:p>
            <a:pPr algn="just" eaLnBrk="1" hangingPunct="1">
              <a:lnSpc>
                <a:spcPct val="110000"/>
              </a:lnSpc>
              <a:buNone/>
            </a:pPr>
            <a:r>
              <a:rPr lang="zh-CN" altLang="en-US" sz="2800" b="1" dirty="0">
                <a:solidFill>
                  <a:srgbClr val="FF0000"/>
                </a:solidFill>
                <a:latin typeface="微软雅黑" panose="020B0503020204020204" pitchFamily="34" charset="-122"/>
                <a:ea typeface="微软雅黑" panose="020B0503020204020204" pitchFamily="34" charset="-122"/>
              </a:rPr>
              <a:t>差有关</a:t>
            </a:r>
            <a:r>
              <a:rPr lang="zh-CN" altLang="en-US" sz="2800" b="1" dirty="0">
                <a:solidFill>
                  <a:srgbClr val="000000"/>
                </a:solidFill>
                <a:latin typeface="微软雅黑" panose="020B0503020204020204" pitchFamily="34" charset="-122"/>
                <a:ea typeface="微软雅黑" panose="020B0503020204020204" pitchFamily="34" charset="-122"/>
              </a:rPr>
              <a:t>，而与时间起点无关，自相关序列、自协方差</a:t>
            </a:r>
            <a:endParaRPr lang="zh-CN" altLang="en-US" b="1" dirty="0">
              <a:solidFill>
                <a:srgbClr val="000000"/>
              </a:solidFill>
              <a:latin typeface="微软雅黑" panose="020B0503020204020204" pitchFamily="34" charset="-122"/>
              <a:ea typeface="微软雅黑" panose="020B0503020204020204" pitchFamily="34" charset="-122"/>
            </a:endParaRPr>
          </a:p>
        </p:txBody>
      </p:sp>
      <p:graphicFrame>
        <p:nvGraphicFramePr>
          <p:cNvPr id="7170" name="Object 8"/>
          <p:cNvGraphicFramePr>
            <a:graphicFrameLocks noChangeAspect="1"/>
          </p:cNvGraphicFramePr>
          <p:nvPr/>
        </p:nvGraphicFramePr>
        <p:xfrm>
          <a:off x="1839913" y="1422400"/>
          <a:ext cx="547687" cy="428625"/>
        </p:xfrm>
        <a:graphic>
          <a:graphicData uri="http://schemas.openxmlformats.org/presentationml/2006/ole">
            <mc:AlternateContent xmlns:mc="http://schemas.openxmlformats.org/markup-compatibility/2006">
              <mc:Choice xmlns:v="urn:schemas-microsoft-com:vml" Requires="v">
                <p:oleObj r:id="rId2" imgW="292100" imgH="228600" progId="Equation.DSMT4">
                  <p:embed/>
                </p:oleObj>
              </mc:Choice>
              <mc:Fallback>
                <p:oleObj r:id="rId2" imgW="292100" imgH="228600" progId="Equation.DSMT4">
                  <p:embed/>
                  <p:pic>
                    <p:nvPicPr>
                      <p:cNvPr id="0" name="图片 3077"/>
                      <p:cNvPicPr/>
                      <p:nvPr/>
                    </p:nvPicPr>
                    <p:blipFill>
                      <a:blip r:embed="rId3"/>
                      <a:stretch>
                        <a:fillRect/>
                      </a:stretch>
                    </p:blipFill>
                    <p:spPr>
                      <a:xfrm>
                        <a:off x="1839913" y="1422400"/>
                        <a:ext cx="547687" cy="428625"/>
                      </a:xfrm>
                      <a:prstGeom prst="rect">
                        <a:avLst/>
                      </a:prstGeom>
                      <a:noFill/>
                      <a:ln w="38100">
                        <a:noFill/>
                        <a:miter/>
                      </a:ln>
                    </p:spPr>
                  </p:pic>
                </p:oleObj>
              </mc:Fallback>
            </mc:AlternateContent>
          </a:graphicData>
        </a:graphic>
      </p:graphicFrame>
      <p:graphicFrame>
        <p:nvGraphicFramePr>
          <p:cNvPr id="7171" name="Object 9"/>
          <p:cNvGraphicFramePr>
            <a:graphicFrameLocks noChangeAspect="1"/>
          </p:cNvGraphicFramePr>
          <p:nvPr/>
        </p:nvGraphicFramePr>
        <p:xfrm>
          <a:off x="1317625" y="1879600"/>
          <a:ext cx="4146550" cy="500063"/>
        </p:xfrm>
        <a:graphic>
          <a:graphicData uri="http://schemas.openxmlformats.org/presentationml/2006/ole">
            <mc:AlternateContent xmlns:mc="http://schemas.openxmlformats.org/markup-compatibility/2006">
              <mc:Choice xmlns:v="urn:schemas-microsoft-com:vml" Requires="v">
                <p:oleObj r:id="rId4" imgW="2133600" imgH="254000" progId="Equation.DSMT4">
                  <p:embed/>
                </p:oleObj>
              </mc:Choice>
              <mc:Fallback>
                <p:oleObj r:id="rId4" imgW="2133600" imgH="254000" progId="Equation.DSMT4">
                  <p:embed/>
                  <p:pic>
                    <p:nvPicPr>
                      <p:cNvPr id="0" name="图片 3078"/>
                      <p:cNvPicPr/>
                      <p:nvPr/>
                    </p:nvPicPr>
                    <p:blipFill>
                      <a:blip r:embed="rId5"/>
                      <a:stretch>
                        <a:fillRect/>
                      </a:stretch>
                    </p:blipFill>
                    <p:spPr>
                      <a:xfrm>
                        <a:off x="1317625" y="1879600"/>
                        <a:ext cx="4146550" cy="500063"/>
                      </a:xfrm>
                      <a:prstGeom prst="rect">
                        <a:avLst/>
                      </a:prstGeom>
                      <a:noFill/>
                      <a:ln w="38100">
                        <a:noFill/>
                        <a:miter/>
                      </a:ln>
                    </p:spPr>
                  </p:pic>
                </p:oleObj>
              </mc:Fallback>
            </mc:AlternateContent>
          </a:graphicData>
        </a:graphic>
      </p:graphicFrame>
      <p:graphicFrame>
        <p:nvGraphicFramePr>
          <p:cNvPr id="7172" name="Object 10"/>
          <p:cNvGraphicFramePr>
            <a:graphicFrameLocks noChangeAspect="1"/>
          </p:cNvGraphicFramePr>
          <p:nvPr/>
        </p:nvGraphicFramePr>
        <p:xfrm>
          <a:off x="1801813" y="3200400"/>
          <a:ext cx="547687" cy="428625"/>
        </p:xfrm>
        <a:graphic>
          <a:graphicData uri="http://schemas.openxmlformats.org/presentationml/2006/ole">
            <mc:AlternateContent xmlns:mc="http://schemas.openxmlformats.org/markup-compatibility/2006">
              <mc:Choice xmlns:v="urn:schemas-microsoft-com:vml" Requires="v">
                <p:oleObj r:id="rId6" imgW="292100" imgH="228600" progId="Equation.DSMT4">
                  <p:embed/>
                </p:oleObj>
              </mc:Choice>
              <mc:Fallback>
                <p:oleObj r:id="rId6" imgW="292100" imgH="228600" progId="Equation.DSMT4">
                  <p:embed/>
                  <p:pic>
                    <p:nvPicPr>
                      <p:cNvPr id="0" name="图片 3079"/>
                      <p:cNvPicPr/>
                      <p:nvPr/>
                    </p:nvPicPr>
                    <p:blipFill>
                      <a:blip r:embed="rId7"/>
                      <a:stretch>
                        <a:fillRect/>
                      </a:stretch>
                    </p:blipFill>
                    <p:spPr>
                      <a:xfrm>
                        <a:off x="1801813" y="3200400"/>
                        <a:ext cx="547687" cy="428625"/>
                      </a:xfrm>
                      <a:prstGeom prst="rect">
                        <a:avLst/>
                      </a:prstGeom>
                      <a:noFill/>
                      <a:ln w="38100">
                        <a:noFill/>
                        <a:miter/>
                      </a:ln>
                    </p:spPr>
                  </p:pic>
                </p:oleObj>
              </mc:Fallback>
            </mc:AlternateContent>
          </a:graphicData>
        </a:graphic>
      </p:graphicFrame>
      <p:graphicFrame>
        <p:nvGraphicFramePr>
          <p:cNvPr id="7173" name="Object 11"/>
          <p:cNvGraphicFramePr>
            <a:graphicFrameLocks noChangeAspect="1"/>
          </p:cNvGraphicFramePr>
          <p:nvPr/>
        </p:nvGraphicFramePr>
        <p:xfrm>
          <a:off x="2774950" y="3200400"/>
          <a:ext cx="566738" cy="428625"/>
        </p:xfrm>
        <a:graphic>
          <a:graphicData uri="http://schemas.openxmlformats.org/presentationml/2006/ole">
            <mc:AlternateContent xmlns:mc="http://schemas.openxmlformats.org/markup-compatibility/2006">
              <mc:Choice xmlns:v="urn:schemas-microsoft-com:vml" Requires="v">
                <p:oleObj r:id="rId8" imgW="304800" imgH="228600" progId="Equation.DSMT4">
                  <p:embed/>
                </p:oleObj>
              </mc:Choice>
              <mc:Fallback>
                <p:oleObj r:id="rId8" imgW="304800" imgH="228600" progId="Equation.DSMT4">
                  <p:embed/>
                  <p:pic>
                    <p:nvPicPr>
                      <p:cNvPr id="0" name="图片 3081"/>
                      <p:cNvPicPr/>
                      <p:nvPr/>
                    </p:nvPicPr>
                    <p:blipFill>
                      <a:blip r:embed="rId9"/>
                      <a:stretch>
                        <a:fillRect/>
                      </a:stretch>
                    </p:blipFill>
                    <p:spPr>
                      <a:xfrm>
                        <a:off x="2774950" y="3200400"/>
                        <a:ext cx="566738" cy="428625"/>
                      </a:xfrm>
                      <a:prstGeom prst="rect">
                        <a:avLst/>
                      </a:prstGeom>
                      <a:noFill/>
                      <a:ln w="38100">
                        <a:noFill/>
                        <a:miter/>
                      </a:ln>
                    </p:spPr>
                  </p:pic>
                </p:oleObj>
              </mc:Fallback>
            </mc:AlternateContent>
          </a:graphicData>
        </a:graphic>
      </p:graphicFrame>
      <p:graphicFrame>
        <p:nvGraphicFramePr>
          <p:cNvPr id="7174" name="Object 12"/>
          <p:cNvGraphicFramePr>
            <a:graphicFrameLocks noChangeAspect="1"/>
          </p:cNvGraphicFramePr>
          <p:nvPr/>
        </p:nvGraphicFramePr>
        <p:xfrm>
          <a:off x="1397000" y="3703638"/>
          <a:ext cx="4367213" cy="522287"/>
        </p:xfrm>
        <a:graphic>
          <a:graphicData uri="http://schemas.openxmlformats.org/presentationml/2006/ole">
            <mc:AlternateContent xmlns:mc="http://schemas.openxmlformats.org/markup-compatibility/2006">
              <mc:Choice xmlns:v="urn:schemas-microsoft-com:vml" Requires="v">
                <p:oleObj r:id="rId10" imgW="2159000" imgH="254000" progId="Equation.DSMT4">
                  <p:embed/>
                </p:oleObj>
              </mc:Choice>
              <mc:Fallback>
                <p:oleObj r:id="rId10" imgW="2159000" imgH="254000" progId="Equation.DSMT4">
                  <p:embed/>
                  <p:pic>
                    <p:nvPicPr>
                      <p:cNvPr id="0" name="图片 3080"/>
                      <p:cNvPicPr/>
                      <p:nvPr/>
                    </p:nvPicPr>
                    <p:blipFill>
                      <a:blip r:embed="rId11"/>
                      <a:stretch>
                        <a:fillRect/>
                      </a:stretch>
                    </p:blipFill>
                    <p:spPr>
                      <a:xfrm>
                        <a:off x="1397000" y="3703638"/>
                        <a:ext cx="4367213" cy="522287"/>
                      </a:xfrm>
                      <a:prstGeom prst="rect">
                        <a:avLst/>
                      </a:prstGeom>
                      <a:noFill/>
                      <a:ln w="38100">
                        <a:noFill/>
                        <a:miter/>
                      </a:ln>
                    </p:spPr>
                  </p:pic>
                </p:oleObj>
              </mc:Fallback>
            </mc:AlternateContent>
          </a:graphicData>
        </a:graphic>
      </p:graphicFrame>
      <p:sp>
        <p:nvSpPr>
          <p:cNvPr id="717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11</a:t>
            </a:fld>
            <a:endParaRPr lang="zh-CN" alt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13"/>
          <p:cNvSpPr>
            <a:spLocks noGrp="1" noRot="1"/>
          </p:cNvSpPr>
          <p:nvPr>
            <p:ph idx="1"/>
          </p:nvPr>
        </p:nvSpPr>
        <p:spPr>
          <a:xfrm>
            <a:off x="301625" y="454025"/>
            <a:ext cx="8540750" cy="5489575"/>
          </a:xfrm>
        </p:spPr>
        <p:txBody>
          <a:bodyPr vert="horz" wrap="square" lIns="91440" tIns="45720" rIns="91440" bIns="45720" anchor="t" anchorCtr="0"/>
          <a:lstStyle/>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序列以及互相关序列和互协方差序列只是时间</a:t>
            </a:r>
          </a:p>
          <a:p>
            <a:pPr algn="just"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差的函数而</a:t>
            </a:r>
            <a:r>
              <a:rPr lang="zh-CN" altLang="en-US" sz="2800" b="1" dirty="0">
                <a:solidFill>
                  <a:srgbClr val="FF0000"/>
                </a:solidFill>
                <a:latin typeface="微软雅黑" panose="020B0503020204020204" pitchFamily="34" charset="-122"/>
                <a:ea typeface="微软雅黑" panose="020B0503020204020204" pitchFamily="34" charset="-122"/>
              </a:rPr>
              <a:t>与时间起点无关</a:t>
            </a:r>
            <a:r>
              <a:rPr lang="zh-CN" altLang="en-US" sz="2800" b="1" dirty="0">
                <a:solidFill>
                  <a:srgbClr val="000000"/>
                </a:solidFill>
                <a:latin typeface="微软雅黑" panose="020B0503020204020204" pitchFamily="34" charset="-122"/>
                <a:ea typeface="微软雅黑" panose="020B0503020204020204" pitchFamily="34" charset="-122"/>
              </a:rPr>
              <a:t>。</a:t>
            </a:r>
          </a:p>
          <a:p>
            <a:pPr algn="just" eaLnBrk="1" hangingPunct="1">
              <a:lnSpc>
                <a:spcPct val="110000"/>
              </a:lnSpc>
              <a:buNone/>
            </a:pPr>
            <a:endParaRPr lang="zh-CN" altLang="en-US"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10000"/>
              </a:lnSpc>
              <a:buNone/>
            </a:pPr>
            <a:endParaRPr lang="zh-CN" altLang="en-US"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10000"/>
              </a:lnSpc>
              <a:buNone/>
            </a:pPr>
            <a:endParaRPr lang="zh-CN" altLang="en-US" b="1" dirty="0">
              <a:solidFill>
                <a:srgbClr val="000000"/>
              </a:solidFill>
              <a:latin typeface="微软雅黑" panose="020B0503020204020204" pitchFamily="34" charset="-122"/>
              <a:ea typeface="微软雅黑" panose="020B0503020204020204" pitchFamily="34" charset="-122"/>
            </a:endParaRPr>
          </a:p>
          <a:p>
            <a:pPr algn="just" eaLnBrk="1" hangingPunct="1">
              <a:lnSpc>
                <a:spcPct val="110000"/>
              </a:lnSpc>
              <a:buNone/>
            </a:pPr>
            <a:r>
              <a:rPr lang="zh-CN" altLang="en-US" b="1" dirty="0">
                <a:solidFill>
                  <a:srgbClr val="000000"/>
                </a:solidFill>
                <a:latin typeface="微软雅黑" panose="020B0503020204020204" pitchFamily="34" charset="-122"/>
                <a:ea typeface="微软雅黑" panose="020B0503020204020204" pitchFamily="34" charset="-122"/>
              </a:rPr>
              <a:t>5.3.9  广义平稳随机过程</a:t>
            </a:r>
          </a:p>
          <a:p>
            <a:pPr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概率分布函数或概率密度函数是随时间变化的，联合</a:t>
            </a:r>
          </a:p>
          <a:p>
            <a:pPr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概率密度函数也与时间起点有关，其</a:t>
            </a:r>
            <a:r>
              <a:rPr lang="zh-CN" altLang="en-US" sz="2800" b="1" dirty="0">
                <a:solidFill>
                  <a:srgbClr val="FF0000"/>
                </a:solidFill>
                <a:latin typeface="微软雅黑" panose="020B0503020204020204" pitchFamily="34" charset="-122"/>
                <a:ea typeface="微软雅黑" panose="020B0503020204020204" pitchFamily="34" charset="-122"/>
              </a:rPr>
              <a:t>均值是常数</a:t>
            </a:r>
            <a:r>
              <a:rPr lang="zh-CN" altLang="en-US" sz="2800" b="1" dirty="0">
                <a:solidFill>
                  <a:srgbClr val="000000"/>
                </a:solidFill>
                <a:latin typeface="微软雅黑" panose="020B0503020204020204" pitchFamily="34" charset="-122"/>
                <a:ea typeface="微软雅黑" panose="020B0503020204020204" pitchFamily="34" charset="-122"/>
              </a:rPr>
              <a:t>(与</a:t>
            </a:r>
          </a:p>
          <a:p>
            <a:pPr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时间无关)，</a:t>
            </a:r>
            <a:r>
              <a:rPr lang="zh-CN" altLang="en-US" sz="2800" b="1" dirty="0">
                <a:solidFill>
                  <a:srgbClr val="FF0000"/>
                </a:solidFill>
                <a:latin typeface="微软雅黑" panose="020B0503020204020204" pitchFamily="34" charset="-122"/>
                <a:ea typeface="微软雅黑" panose="020B0503020204020204" pitchFamily="34" charset="-122"/>
              </a:rPr>
              <a:t>自相关序列只与时间差有关</a:t>
            </a:r>
            <a:r>
              <a:rPr lang="zh-CN" altLang="en-US" sz="2800" b="1" dirty="0">
                <a:solidFill>
                  <a:srgbClr val="000000"/>
                </a:solidFill>
                <a:latin typeface="微软雅黑" panose="020B0503020204020204" pitchFamily="34" charset="-122"/>
                <a:ea typeface="微软雅黑" panose="020B0503020204020204" pitchFamily="34" charset="-122"/>
              </a:rPr>
              <a:t>而与时间起</a:t>
            </a:r>
          </a:p>
          <a:p>
            <a:pPr eaLnBrk="1" hangingPunct="1">
              <a:lnSpc>
                <a:spcPct val="110000"/>
              </a:lnSpc>
              <a:buNone/>
            </a:pPr>
            <a:r>
              <a:rPr lang="zh-CN" altLang="en-US" sz="2800" b="1" dirty="0">
                <a:solidFill>
                  <a:srgbClr val="000000"/>
                </a:solidFill>
                <a:latin typeface="微软雅黑" panose="020B0503020204020204" pitchFamily="34" charset="-122"/>
                <a:ea typeface="微软雅黑" panose="020B0503020204020204" pitchFamily="34" charset="-122"/>
              </a:rPr>
              <a:t>点无关。简称为</a:t>
            </a:r>
            <a:r>
              <a:rPr lang="zh-CN" altLang="en-US" sz="2800" b="1" dirty="0">
                <a:solidFill>
                  <a:srgbClr val="FF0000"/>
                </a:solidFill>
                <a:latin typeface="微软雅黑" panose="020B0503020204020204" pitchFamily="34" charset="-122"/>
                <a:ea typeface="微软雅黑" panose="020B0503020204020204" pitchFamily="34" charset="-122"/>
              </a:rPr>
              <a:t>平稳随机过程或平稳过程</a:t>
            </a:r>
            <a:r>
              <a:rPr lang="zh-CN" altLang="en-US" sz="2800" b="1" dirty="0">
                <a:solidFill>
                  <a:srgbClr val="000000"/>
                </a:solidFill>
                <a:latin typeface="微软雅黑" panose="020B0503020204020204" pitchFamily="34" charset="-122"/>
                <a:ea typeface="微软雅黑" panose="020B0503020204020204" pitchFamily="34" charset="-122"/>
              </a:rPr>
              <a:t>。</a:t>
            </a:r>
            <a:endParaRPr lang="zh-CN" altLang="en-US" b="1" dirty="0">
              <a:solidFill>
                <a:srgbClr val="000000"/>
              </a:solidFill>
              <a:latin typeface="微软雅黑" panose="020B0503020204020204" pitchFamily="34" charset="-122"/>
              <a:ea typeface="微软雅黑" panose="020B0503020204020204" pitchFamily="34" charset="-122"/>
            </a:endParaRPr>
          </a:p>
        </p:txBody>
      </p:sp>
      <p:sp>
        <p:nvSpPr>
          <p:cNvPr id="8197" name="Rectangle 16"/>
          <p:cNvSpPr/>
          <p:nvPr/>
        </p:nvSpPr>
        <p:spPr>
          <a:xfrm>
            <a:off x="2833688" y="3263900"/>
            <a:ext cx="9144000" cy="366713"/>
          </a:xfrm>
          <a:prstGeom prst="rect">
            <a:avLst/>
          </a:prstGeom>
          <a:noFill/>
          <a:ln w="9525">
            <a:noFill/>
          </a:ln>
        </p:spPr>
        <p:txBody>
          <a:bodyPr>
            <a:spAutoFit/>
          </a:bodyPr>
          <a:lstStyle/>
          <a:p>
            <a:pPr indent="917575" eaLnBrk="1" hangingPunct="1"/>
            <a:endParaRPr lang="zh-CN" altLang="en-US" dirty="0">
              <a:latin typeface="Arial" panose="020B0604020202020204" pitchFamily="34" charset="0"/>
            </a:endParaRPr>
          </a:p>
        </p:txBody>
      </p:sp>
      <p:graphicFrame>
        <p:nvGraphicFramePr>
          <p:cNvPr id="8194" name="Object 15"/>
          <p:cNvGraphicFramePr>
            <a:graphicFrameLocks noChangeAspect="1"/>
          </p:cNvGraphicFramePr>
          <p:nvPr/>
        </p:nvGraphicFramePr>
        <p:xfrm>
          <a:off x="641350" y="1752600"/>
          <a:ext cx="5040313" cy="584200"/>
        </p:xfrm>
        <a:graphic>
          <a:graphicData uri="http://schemas.openxmlformats.org/presentationml/2006/ole">
            <mc:AlternateContent xmlns:mc="http://schemas.openxmlformats.org/markup-compatibility/2006">
              <mc:Choice xmlns:v="urn:schemas-microsoft-com:vml" Requires="v">
                <p:oleObj r:id="rId2" imgW="2057400" imgH="241300" progId="Equation.DSMT4">
                  <p:embed/>
                </p:oleObj>
              </mc:Choice>
              <mc:Fallback>
                <p:oleObj r:id="rId2" imgW="2057400" imgH="241300" progId="Equation.DSMT4">
                  <p:embed/>
                  <p:pic>
                    <p:nvPicPr>
                      <p:cNvPr id="0" name="图片 3091"/>
                      <p:cNvPicPr/>
                      <p:nvPr/>
                    </p:nvPicPr>
                    <p:blipFill>
                      <a:blip r:embed="rId3"/>
                      <a:stretch>
                        <a:fillRect/>
                      </a:stretch>
                    </p:blipFill>
                    <p:spPr>
                      <a:xfrm>
                        <a:off x="641350" y="1752600"/>
                        <a:ext cx="5040313" cy="584200"/>
                      </a:xfrm>
                      <a:prstGeom prst="rect">
                        <a:avLst/>
                      </a:prstGeom>
                      <a:noFill/>
                      <a:ln w="38100">
                        <a:noFill/>
                        <a:miter/>
                      </a:ln>
                    </p:spPr>
                  </p:pic>
                </p:oleObj>
              </mc:Fallback>
            </mc:AlternateContent>
          </a:graphicData>
        </a:graphic>
      </p:graphicFrame>
      <p:graphicFrame>
        <p:nvGraphicFramePr>
          <p:cNvPr id="8195" name="Object 14"/>
          <p:cNvGraphicFramePr>
            <a:graphicFrameLocks noChangeAspect="1"/>
          </p:cNvGraphicFramePr>
          <p:nvPr/>
        </p:nvGraphicFramePr>
        <p:xfrm>
          <a:off x="627063" y="2438400"/>
          <a:ext cx="8193087" cy="584200"/>
        </p:xfrm>
        <a:graphic>
          <a:graphicData uri="http://schemas.openxmlformats.org/presentationml/2006/ole">
            <mc:AlternateContent xmlns:mc="http://schemas.openxmlformats.org/markup-compatibility/2006">
              <mc:Choice xmlns:v="urn:schemas-microsoft-com:vml" Requires="v">
                <p:oleObj r:id="rId4" imgW="3340100" imgH="241300" progId="Equation.DSMT4">
                  <p:embed/>
                </p:oleObj>
              </mc:Choice>
              <mc:Fallback>
                <p:oleObj r:id="rId4" imgW="3340100" imgH="241300" progId="Equation.DSMT4">
                  <p:embed/>
                  <p:pic>
                    <p:nvPicPr>
                      <p:cNvPr id="0" name="图片 3090"/>
                      <p:cNvPicPr/>
                      <p:nvPr/>
                    </p:nvPicPr>
                    <p:blipFill>
                      <a:blip r:embed="rId5"/>
                      <a:stretch>
                        <a:fillRect/>
                      </a:stretch>
                    </p:blipFill>
                    <p:spPr>
                      <a:xfrm>
                        <a:off x="627063" y="2438400"/>
                        <a:ext cx="8193087" cy="584200"/>
                      </a:xfrm>
                      <a:prstGeom prst="rect">
                        <a:avLst/>
                      </a:prstGeom>
                      <a:noFill/>
                      <a:ln w="38100">
                        <a:noFill/>
                        <a:miter/>
                      </a:ln>
                    </p:spPr>
                  </p:pic>
                </p:oleObj>
              </mc:Fallback>
            </mc:AlternateContent>
          </a:graphicData>
        </a:graphic>
      </p:graphicFrame>
      <p:sp>
        <p:nvSpPr>
          <p:cNvPr id="8198"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12</a:t>
            </a:fld>
            <a:endParaRPr lang="zh-CN" alt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13</a:t>
            </a:fld>
            <a:endParaRPr lang="zh-CN" altLang="en-US" sz="1400" dirty="0"/>
          </a:p>
        </p:txBody>
      </p:sp>
      <p:pic>
        <p:nvPicPr>
          <p:cNvPr id="48131" name="Picture 2"/>
          <p:cNvPicPr>
            <a:picLocks noChangeAspect="1"/>
          </p:cNvPicPr>
          <p:nvPr/>
        </p:nvPicPr>
        <p:blipFill>
          <a:blip r:embed="rId2"/>
          <a:srcRect t="9090"/>
          <a:stretch>
            <a:fillRect/>
          </a:stretch>
        </p:blipFill>
        <p:spPr>
          <a:xfrm>
            <a:off x="186055" y="888365"/>
            <a:ext cx="8772525" cy="5645785"/>
          </a:xfrm>
          <a:prstGeom prst="rect">
            <a:avLst/>
          </a:prstGeom>
          <a:noFill/>
          <a:ln w="9525">
            <a:noFill/>
          </a:ln>
        </p:spPr>
      </p:pic>
      <p:sp>
        <p:nvSpPr>
          <p:cNvPr id="2" name="文本框 1"/>
          <p:cNvSpPr txBox="1"/>
          <p:nvPr/>
        </p:nvSpPr>
        <p:spPr>
          <a:xfrm>
            <a:off x="611505" y="332740"/>
            <a:ext cx="5161280" cy="521970"/>
          </a:xfrm>
          <a:prstGeom prst="rect">
            <a:avLst/>
          </a:prstGeom>
          <a:noFill/>
        </p:spPr>
        <p:txBody>
          <a:bodyPr wrap="none" rtlCol="0">
            <a:spAutoFit/>
          </a:bodyPr>
          <a:lstStyle/>
          <a:p>
            <a:r>
              <a:rPr lang="zh-CN" altLang="en-US" sz="2800" b="1">
                <a:solidFill>
                  <a:srgbClr val="000000"/>
                </a:solidFill>
                <a:latin typeface="微软雅黑" panose="020B0503020204020204" pitchFamily="34" charset="-122"/>
                <a:ea typeface="微软雅黑" panose="020B0503020204020204" pitchFamily="34" charset="-122"/>
              </a:rPr>
              <a:t>平稳随机信号与非平稳随机信号</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16"/>
          <p:cNvSpPr>
            <a:spLocks noGrp="1" noRot="1"/>
          </p:cNvSpPr>
          <p:nvPr>
            <p:ph idx="1"/>
          </p:nvPr>
        </p:nvSpPr>
        <p:spPr>
          <a:xfrm>
            <a:off x="222250" y="990600"/>
            <a:ext cx="8921750" cy="5257800"/>
          </a:xfrm>
        </p:spPr>
        <p:txBody>
          <a:bodyPr vert="horz" wrap="square" lIns="91440" tIns="45720" rIns="91440" bIns="45720" anchor="t" anchorCtr="0"/>
          <a:lstStyle/>
          <a:p>
            <a:pPr algn="just" eaLnBrk="1" hangingPunct="1">
              <a:lnSpc>
                <a:spcPct val="115000"/>
              </a:lnSpc>
              <a:buNone/>
            </a:pPr>
            <a:r>
              <a:rPr lang="en-US" altLang="zh-CN" b="1" dirty="0">
                <a:solidFill>
                  <a:srgbClr val="000000"/>
                </a:solidFill>
                <a:latin typeface="微软雅黑" panose="020B0503020204020204" pitchFamily="34" charset="-122"/>
                <a:ea typeface="微软雅黑" panose="020B0503020204020204" pitchFamily="34" charset="-122"/>
              </a:rPr>
              <a:t>5.4.1  </a:t>
            </a:r>
            <a:r>
              <a:rPr lang="zh-CN" altLang="en-US" b="1" dirty="0">
                <a:solidFill>
                  <a:srgbClr val="000000"/>
                </a:solidFill>
                <a:latin typeface="微软雅黑" panose="020B0503020204020204" pitchFamily="34" charset="-122"/>
                <a:ea typeface="微软雅黑" panose="020B0503020204020204" pitchFamily="34" charset="-122"/>
              </a:rPr>
              <a:t>遍历性随机过程</a:t>
            </a:r>
          </a:p>
          <a:p>
            <a:pPr algn="just" eaLnBrk="1" hangingPunct="1">
              <a:lnSpc>
                <a:spcPct val="115000"/>
              </a:lnSpc>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一个</a:t>
            </a:r>
            <a:r>
              <a:rPr lang="zh-CN" altLang="en-US" sz="2800" b="1" dirty="0">
                <a:solidFill>
                  <a:srgbClr val="FF0000"/>
                </a:solidFill>
                <a:latin typeface="微软雅黑" panose="020B0503020204020204" pitchFamily="34" charset="-122"/>
                <a:ea typeface="微软雅黑" panose="020B0503020204020204" pitchFamily="34" charset="-122"/>
              </a:rPr>
              <a:t>平稳随机</a:t>
            </a:r>
            <a:r>
              <a:rPr lang="zh-CN" altLang="en-US" sz="2800" b="1" dirty="0">
                <a:solidFill>
                  <a:srgbClr val="000000"/>
                </a:solidFill>
                <a:latin typeface="微软雅黑" panose="020B0503020204020204" pitchFamily="34" charset="-122"/>
                <a:ea typeface="微软雅黑" panose="020B0503020204020204" pitchFamily="34" charset="-122"/>
              </a:rPr>
              <a:t>过程，它的一个取样序列的时间平均等于它的集合平均。即：</a:t>
            </a:r>
            <a:r>
              <a:rPr lang="zh-CN" altLang="en-US" sz="2800" b="1" dirty="0">
                <a:solidFill>
                  <a:srgbClr val="FF0000"/>
                </a:solidFill>
                <a:latin typeface="微软雅黑" panose="020B0503020204020204" pitchFamily="34" charset="-122"/>
                <a:ea typeface="微软雅黑" panose="020B0503020204020204" pitchFamily="34" charset="-122"/>
              </a:rPr>
              <a:t>单个取样序列</a:t>
            </a:r>
            <a:r>
              <a:rPr lang="zh-CN" altLang="en-US" sz="2800" b="1" dirty="0">
                <a:solidFill>
                  <a:srgbClr val="000000"/>
                </a:solidFill>
                <a:latin typeface="微软雅黑" panose="020B0503020204020204" pitchFamily="34" charset="-122"/>
                <a:ea typeface="微软雅黑" panose="020B0503020204020204" pitchFamily="34" charset="-122"/>
              </a:rPr>
              <a:t>在长时期内的统计特性，与</a:t>
            </a:r>
            <a:r>
              <a:rPr lang="zh-CN" altLang="en-US" sz="2800" b="1" dirty="0">
                <a:solidFill>
                  <a:srgbClr val="FF0000"/>
                </a:solidFill>
                <a:latin typeface="微软雅黑" panose="020B0503020204020204" pitchFamily="34" charset="-122"/>
                <a:ea typeface="微软雅黑" panose="020B0503020204020204" pitchFamily="34" charset="-122"/>
              </a:rPr>
              <a:t>所有取样序列在某时刻</a:t>
            </a:r>
            <a:r>
              <a:rPr lang="zh-CN" altLang="en-US" sz="2800" b="1" dirty="0">
                <a:solidFill>
                  <a:srgbClr val="000000"/>
                </a:solidFill>
                <a:latin typeface="微软雅黑" panose="020B0503020204020204" pitchFamily="34" charset="-122"/>
                <a:ea typeface="微软雅黑" panose="020B0503020204020204" pitchFamily="34" charset="-122"/>
              </a:rPr>
              <a:t>的统计特性相同。</a:t>
            </a:r>
          </a:p>
          <a:p>
            <a:pPr algn="just" eaLnBrk="1" hangingPunct="1">
              <a:lnSpc>
                <a:spcPct val="115000"/>
              </a:lnSpc>
              <a:buNone/>
            </a:pPr>
            <a:r>
              <a:rPr lang="zh-CN" altLang="en-US" b="1" dirty="0">
                <a:solidFill>
                  <a:srgbClr val="000000"/>
                </a:solidFill>
                <a:latin typeface="微软雅黑" panose="020B0503020204020204" pitchFamily="34" charset="-122"/>
                <a:ea typeface="微软雅黑" panose="020B0503020204020204" pitchFamily="34" charset="-122"/>
              </a:rPr>
              <a:t>5.4.2  随机过程的时间平均</a:t>
            </a:r>
          </a:p>
          <a:p>
            <a:pPr algn="just" eaLnBrk="1" hangingPunct="1">
              <a:lnSpc>
                <a:spcPct val="115000"/>
              </a:lnSpc>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随机过程      的一个取样序列的所有取样值的算术平均值。用            表示，即：</a:t>
            </a:r>
          </a:p>
          <a:p>
            <a:pPr algn="just" eaLnBrk="1" hangingPunct="1">
              <a:lnSpc>
                <a:spcPct val="115000"/>
              </a:lnSpc>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随机过程的时间取样自相关序列为：</a:t>
            </a:r>
          </a:p>
        </p:txBody>
      </p:sp>
      <p:sp>
        <p:nvSpPr>
          <p:cNvPr id="9223" name="Rectangle 15"/>
          <p:cNvSpPr>
            <a:spLocks noGrp="1" noRot="1"/>
          </p:cNvSpPr>
          <p:nvPr>
            <p:ph type="title"/>
          </p:nvPr>
        </p:nvSpPr>
        <p:spPr>
          <a:xfrm>
            <a:off x="250825" y="333375"/>
            <a:ext cx="6408738" cy="609600"/>
          </a:xfrm>
        </p:spPr>
        <p:txBody>
          <a:bodyPr vert="horz" wrap="square" lIns="91440" tIns="45720" rIns="91440" bIns="45720" anchor="ctr" anchorCtr="0"/>
          <a:lstStyle/>
          <a:p>
            <a:pPr algn="l" eaLnBrk="1" hangingPunct="1">
              <a:buNone/>
            </a:pPr>
            <a:r>
              <a:rPr lang="zh-CN" altLang="en-US" sz="3600" b="1" dirty="0">
                <a:solidFill>
                  <a:srgbClr val="0000FF"/>
                </a:solidFill>
                <a:latin typeface="微软雅黑" panose="020B0503020204020204" pitchFamily="34" charset="-122"/>
                <a:ea typeface="微软雅黑" panose="020B0503020204020204" pitchFamily="34" charset="-122"/>
              </a:rPr>
              <a:t>§5.4  时间平均(</a:t>
            </a:r>
            <a:r>
              <a:rPr lang="en-US" altLang="zh-CN" sz="3600" b="1" dirty="0">
                <a:solidFill>
                  <a:srgbClr val="0000FF"/>
                </a:solidFill>
                <a:latin typeface="微软雅黑" panose="020B0503020204020204" pitchFamily="34" charset="-122"/>
                <a:ea typeface="微软雅黑" panose="020B0503020204020204" pitchFamily="34" charset="-122"/>
              </a:rPr>
              <a:t>Time-mean)</a:t>
            </a:r>
            <a:endParaRPr lang="zh-CN" altLang="en-US" sz="3600" dirty="0">
              <a:latin typeface="微软雅黑" panose="020B0503020204020204" pitchFamily="34" charset="-122"/>
              <a:ea typeface="微软雅黑" panose="020B0503020204020204" pitchFamily="34" charset="-122"/>
            </a:endParaRPr>
          </a:p>
        </p:txBody>
      </p:sp>
      <p:graphicFrame>
        <p:nvGraphicFramePr>
          <p:cNvPr id="9218" name="Object 17"/>
          <p:cNvGraphicFramePr>
            <a:graphicFrameLocks noChangeAspect="1"/>
          </p:cNvGraphicFramePr>
          <p:nvPr/>
        </p:nvGraphicFramePr>
        <p:xfrm>
          <a:off x="2195513" y="3933825"/>
          <a:ext cx="685800" cy="436563"/>
        </p:xfrm>
        <a:graphic>
          <a:graphicData uri="http://schemas.openxmlformats.org/presentationml/2006/ole">
            <mc:AlternateContent xmlns:mc="http://schemas.openxmlformats.org/markup-compatibility/2006">
              <mc:Choice xmlns:v="urn:schemas-microsoft-com:vml" Requires="v">
                <p:oleObj r:id="rId2" imgW="317500" imgH="203200" progId="Equation.DSMT4">
                  <p:embed/>
                </p:oleObj>
              </mc:Choice>
              <mc:Fallback>
                <p:oleObj r:id="rId2" imgW="317500" imgH="203200" progId="Equation.DSMT4">
                  <p:embed/>
                  <p:pic>
                    <p:nvPicPr>
                      <p:cNvPr id="0" name="图片 3082"/>
                      <p:cNvPicPr/>
                      <p:nvPr/>
                    </p:nvPicPr>
                    <p:blipFill>
                      <a:blip r:embed="rId3"/>
                      <a:stretch>
                        <a:fillRect/>
                      </a:stretch>
                    </p:blipFill>
                    <p:spPr>
                      <a:xfrm>
                        <a:off x="2195513" y="3933825"/>
                        <a:ext cx="685800" cy="436563"/>
                      </a:xfrm>
                      <a:prstGeom prst="rect">
                        <a:avLst/>
                      </a:prstGeom>
                      <a:noFill/>
                      <a:ln w="38100">
                        <a:noFill/>
                        <a:miter/>
                      </a:ln>
                    </p:spPr>
                  </p:pic>
                </p:oleObj>
              </mc:Fallback>
            </mc:AlternateContent>
          </a:graphicData>
        </a:graphic>
      </p:graphicFrame>
      <p:graphicFrame>
        <p:nvGraphicFramePr>
          <p:cNvPr id="9219" name="Object 18"/>
          <p:cNvGraphicFramePr>
            <a:graphicFrameLocks noChangeAspect="1"/>
          </p:cNvGraphicFramePr>
          <p:nvPr/>
        </p:nvGraphicFramePr>
        <p:xfrm>
          <a:off x="2051050" y="4365625"/>
          <a:ext cx="1266825" cy="460375"/>
        </p:xfrm>
        <a:graphic>
          <a:graphicData uri="http://schemas.openxmlformats.org/presentationml/2006/ole">
            <mc:AlternateContent xmlns:mc="http://schemas.openxmlformats.org/markup-compatibility/2006">
              <mc:Choice xmlns:v="urn:schemas-microsoft-com:vml" Requires="v">
                <p:oleObj r:id="rId4" imgW="545465" imgH="203200" progId="Equation.DSMT4">
                  <p:embed/>
                </p:oleObj>
              </mc:Choice>
              <mc:Fallback>
                <p:oleObj r:id="rId4" imgW="545465" imgH="203200" progId="Equation.DSMT4">
                  <p:embed/>
                  <p:pic>
                    <p:nvPicPr>
                      <p:cNvPr id="0" name="图片 3086"/>
                      <p:cNvPicPr/>
                      <p:nvPr/>
                    </p:nvPicPr>
                    <p:blipFill>
                      <a:blip r:embed="rId5"/>
                      <a:stretch>
                        <a:fillRect/>
                      </a:stretch>
                    </p:blipFill>
                    <p:spPr>
                      <a:xfrm>
                        <a:off x="2051050" y="4365625"/>
                        <a:ext cx="1266825" cy="460375"/>
                      </a:xfrm>
                      <a:prstGeom prst="rect">
                        <a:avLst/>
                      </a:prstGeom>
                      <a:noFill/>
                      <a:ln w="38100">
                        <a:noFill/>
                        <a:miter/>
                      </a:ln>
                    </p:spPr>
                  </p:pic>
                </p:oleObj>
              </mc:Fallback>
            </mc:AlternateContent>
          </a:graphicData>
        </a:graphic>
      </p:graphicFrame>
      <p:graphicFrame>
        <p:nvGraphicFramePr>
          <p:cNvPr id="9220" name="Object 19"/>
          <p:cNvGraphicFramePr>
            <a:graphicFrameLocks noChangeAspect="1"/>
          </p:cNvGraphicFramePr>
          <p:nvPr/>
        </p:nvGraphicFramePr>
        <p:xfrm>
          <a:off x="5003800" y="4365625"/>
          <a:ext cx="3810000" cy="823913"/>
        </p:xfrm>
        <a:graphic>
          <a:graphicData uri="http://schemas.openxmlformats.org/presentationml/2006/ole">
            <mc:AlternateContent xmlns:mc="http://schemas.openxmlformats.org/markup-compatibility/2006">
              <mc:Choice xmlns:v="urn:schemas-microsoft-com:vml" Requires="v">
                <p:oleObj r:id="rId6" imgW="1981200" imgH="431800" progId="Equation.DSMT4">
                  <p:embed/>
                </p:oleObj>
              </mc:Choice>
              <mc:Fallback>
                <p:oleObj r:id="rId6" imgW="1981200" imgH="431800" progId="Equation.DSMT4">
                  <p:embed/>
                  <p:pic>
                    <p:nvPicPr>
                      <p:cNvPr id="0" name="图片 3092"/>
                      <p:cNvPicPr/>
                      <p:nvPr/>
                    </p:nvPicPr>
                    <p:blipFill>
                      <a:blip r:embed="rId7"/>
                      <a:stretch>
                        <a:fillRect/>
                      </a:stretch>
                    </p:blipFill>
                    <p:spPr>
                      <a:xfrm>
                        <a:off x="5003800" y="4365625"/>
                        <a:ext cx="3810000" cy="823913"/>
                      </a:xfrm>
                      <a:prstGeom prst="rect">
                        <a:avLst/>
                      </a:prstGeom>
                      <a:noFill/>
                      <a:ln w="38100">
                        <a:noFill/>
                        <a:miter/>
                      </a:ln>
                    </p:spPr>
                  </p:pic>
                </p:oleObj>
              </mc:Fallback>
            </mc:AlternateContent>
          </a:graphicData>
        </a:graphic>
      </p:graphicFrame>
      <p:graphicFrame>
        <p:nvGraphicFramePr>
          <p:cNvPr id="9221" name="Object 20"/>
          <p:cNvGraphicFramePr>
            <a:graphicFrameLocks noChangeAspect="1"/>
          </p:cNvGraphicFramePr>
          <p:nvPr/>
        </p:nvGraphicFramePr>
        <p:xfrm>
          <a:off x="900113" y="5530850"/>
          <a:ext cx="6426200" cy="857250"/>
        </p:xfrm>
        <a:graphic>
          <a:graphicData uri="http://schemas.openxmlformats.org/presentationml/2006/ole">
            <mc:AlternateContent xmlns:mc="http://schemas.openxmlformats.org/markup-compatibility/2006">
              <mc:Choice xmlns:v="urn:schemas-microsoft-com:vml" Requires="v">
                <p:oleObj r:id="rId8" imgW="3213100" imgH="431800" progId="Equation.DSMT4">
                  <p:embed/>
                </p:oleObj>
              </mc:Choice>
              <mc:Fallback>
                <p:oleObj r:id="rId8" imgW="3213100" imgH="431800" progId="Equation.DSMT4">
                  <p:embed/>
                  <p:pic>
                    <p:nvPicPr>
                      <p:cNvPr id="0" name="图片 3084"/>
                      <p:cNvPicPr/>
                      <p:nvPr/>
                    </p:nvPicPr>
                    <p:blipFill>
                      <a:blip r:embed="rId9"/>
                      <a:stretch>
                        <a:fillRect/>
                      </a:stretch>
                    </p:blipFill>
                    <p:spPr>
                      <a:xfrm>
                        <a:off x="900113" y="5530850"/>
                        <a:ext cx="6426200" cy="857250"/>
                      </a:xfrm>
                      <a:prstGeom prst="rect">
                        <a:avLst/>
                      </a:prstGeom>
                      <a:noFill/>
                      <a:ln w="38100">
                        <a:noFill/>
                        <a:miter/>
                      </a:ln>
                    </p:spPr>
                  </p:pic>
                </p:oleObj>
              </mc:Fallback>
            </mc:AlternateContent>
          </a:graphicData>
        </a:graphic>
      </p:graphicFrame>
      <p:sp>
        <p:nvSpPr>
          <p:cNvPr id="9224"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14</a:t>
            </a:fld>
            <a:endParaRPr lang="zh-CN" alt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 name="Rectangle 17"/>
          <p:cNvSpPr>
            <a:spLocks noGrp="1" noRot="1"/>
          </p:cNvSpPr>
          <p:nvPr>
            <p:ph idx="1"/>
          </p:nvPr>
        </p:nvSpPr>
        <p:spPr>
          <a:xfrm>
            <a:off x="34925" y="727075"/>
            <a:ext cx="8850313" cy="5565775"/>
          </a:xfrm>
        </p:spPr>
        <p:txBody>
          <a:bodyPr vert="horz" wrap="square" lIns="91440" tIns="45720" rIns="91440" bIns="45720" anchor="t" anchorCtr="0"/>
          <a:lstStyle/>
          <a:p>
            <a:pPr algn="just" eaLnBrk="1" hangingPunct="1">
              <a:buNone/>
            </a:pPr>
            <a:r>
              <a:rPr lang="zh-CN" altLang="en-US" sz="2800" b="1" dirty="0">
                <a:solidFill>
                  <a:srgbClr val="000000"/>
                </a:solidFill>
                <a:latin typeface="微软雅黑" panose="020B0503020204020204" pitchFamily="34" charset="-122"/>
                <a:ea typeface="微软雅黑" panose="020B0503020204020204" pitchFamily="34" charset="-122"/>
              </a:rPr>
              <a:t>对于遍历性随机过程，有：</a:t>
            </a:r>
          </a:p>
          <a:p>
            <a:pPr algn="just" eaLnBrk="1" hangingPunct="1">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algn="just" eaLnBrk="1" hangingPunct="1">
              <a:buNone/>
            </a:pPr>
            <a:r>
              <a:rPr lang="zh-CN" altLang="en-US" sz="3600" b="1" dirty="0">
                <a:solidFill>
                  <a:srgbClr val="000000"/>
                </a:solidFill>
                <a:latin typeface="微软雅黑" panose="020B0503020204020204" pitchFamily="34" charset="-122"/>
                <a:ea typeface="微软雅黑" panose="020B0503020204020204" pitchFamily="34" charset="-122"/>
              </a:rPr>
              <a:t> </a:t>
            </a:r>
            <a:r>
              <a:rPr lang="zh-CN" altLang="en-US" sz="2800" b="1" dirty="0">
                <a:solidFill>
                  <a:srgbClr val="000000"/>
                </a:solidFill>
                <a:latin typeface="微软雅黑" panose="020B0503020204020204" pitchFamily="34" charset="-122"/>
                <a:ea typeface="微软雅黑" panose="020B0503020204020204" pitchFamily="34" charset="-122"/>
              </a:rPr>
              <a:t>§5.5  相关序列和协方差序列的性质</a:t>
            </a:r>
          </a:p>
          <a:p>
            <a:pPr algn="just" eaLnBrk="1" hangingPunct="1">
              <a:buNone/>
            </a:pPr>
            <a:r>
              <a:rPr lang="zh-CN" altLang="en-US" sz="2200" b="1" dirty="0">
                <a:solidFill>
                  <a:srgbClr val="000000"/>
                </a:solidFill>
                <a:latin typeface="微软雅黑" panose="020B0503020204020204" pitchFamily="34" charset="-122"/>
                <a:ea typeface="微软雅黑" panose="020B0503020204020204" pitchFamily="34" charset="-122"/>
              </a:rPr>
              <a:t>    (</a:t>
            </a:r>
            <a:r>
              <a:rPr lang="en-US" altLang="zh-CN" sz="2200" b="1" dirty="0">
                <a:solidFill>
                  <a:srgbClr val="000000"/>
                </a:solidFill>
                <a:latin typeface="微软雅黑" panose="020B0503020204020204" pitchFamily="34" charset="-122"/>
                <a:ea typeface="微软雅黑" panose="020B0503020204020204" pitchFamily="34" charset="-122"/>
              </a:rPr>
              <a:t>The Properties of Correlation Sequence and Covariance Sequence)</a:t>
            </a:r>
          </a:p>
          <a:p>
            <a:pPr algn="just" eaLnBrk="1" hangingPunct="1">
              <a:buNone/>
            </a:pPr>
            <a:r>
              <a:rPr lang="zh-CN" altLang="en-US" sz="2800" b="1" dirty="0">
                <a:solidFill>
                  <a:srgbClr val="000000"/>
                </a:solidFill>
                <a:latin typeface="微软雅黑" panose="020B0503020204020204" pitchFamily="34" charset="-122"/>
                <a:ea typeface="微软雅黑" panose="020B0503020204020204" pitchFamily="34" charset="-122"/>
              </a:rPr>
              <a:t>设{    }和{     }是两个</a:t>
            </a:r>
            <a:r>
              <a:rPr lang="zh-CN" altLang="en-US" sz="2800" b="1" dirty="0">
                <a:solidFill>
                  <a:srgbClr val="FF0000"/>
                </a:solidFill>
                <a:latin typeface="微软雅黑" panose="020B0503020204020204" pitchFamily="34" charset="-122"/>
                <a:ea typeface="微软雅黑" panose="020B0503020204020204" pitchFamily="34" charset="-122"/>
              </a:rPr>
              <a:t>实平稳</a:t>
            </a:r>
            <a:r>
              <a:rPr lang="zh-CN" altLang="en-US" sz="2800" b="1" dirty="0">
                <a:solidFill>
                  <a:srgbClr val="000000"/>
                </a:solidFill>
                <a:latin typeface="微软雅黑" panose="020B0503020204020204" pitchFamily="34" charset="-122"/>
                <a:ea typeface="微软雅黑" panose="020B0503020204020204" pitchFamily="34" charset="-122"/>
              </a:rPr>
              <a:t>随机过程，它们的自相关序</a:t>
            </a:r>
          </a:p>
          <a:p>
            <a:pPr algn="just" eaLnBrk="1" hangingPunct="1">
              <a:buNone/>
            </a:pPr>
            <a:r>
              <a:rPr lang="zh-CN" altLang="en-US" sz="2800" b="1" dirty="0">
                <a:solidFill>
                  <a:srgbClr val="000000"/>
                </a:solidFill>
                <a:latin typeface="微软雅黑" panose="020B0503020204020204" pitchFamily="34" charset="-122"/>
                <a:ea typeface="微软雅黑" panose="020B0503020204020204" pitchFamily="34" charset="-122"/>
              </a:rPr>
              <a:t>列、自协方差序列、互相关序列、互协方差序列为：</a:t>
            </a:r>
          </a:p>
          <a:p>
            <a:pPr eaLnBrk="1" hangingPunct="1">
              <a:buNone/>
            </a:pPr>
            <a:endParaRPr lang="zh-CN" altLang="en-US" sz="2800" b="1" dirty="0">
              <a:solidFill>
                <a:srgbClr val="0000FF"/>
              </a:solidFill>
            </a:endParaRPr>
          </a:p>
        </p:txBody>
      </p:sp>
      <p:graphicFrame>
        <p:nvGraphicFramePr>
          <p:cNvPr id="10242" name="Object 10"/>
          <p:cNvGraphicFramePr>
            <a:graphicFrameLocks noChangeAspect="1"/>
          </p:cNvGraphicFramePr>
          <p:nvPr/>
        </p:nvGraphicFramePr>
        <p:xfrm>
          <a:off x="579438" y="1171575"/>
          <a:ext cx="5006975" cy="788988"/>
        </p:xfrm>
        <a:graphic>
          <a:graphicData uri="http://schemas.openxmlformats.org/presentationml/2006/ole">
            <mc:AlternateContent xmlns:mc="http://schemas.openxmlformats.org/markup-compatibility/2006">
              <mc:Choice xmlns:v="urn:schemas-microsoft-com:vml" Requires="v">
                <p:oleObj r:id="rId2" imgW="2717800" imgH="431800" progId="Equation.DSMT4">
                  <p:embed/>
                </p:oleObj>
              </mc:Choice>
              <mc:Fallback>
                <p:oleObj r:id="rId2" imgW="2717800" imgH="431800" progId="Equation.DSMT4">
                  <p:embed/>
                  <p:pic>
                    <p:nvPicPr>
                      <p:cNvPr id="0" name="图片 3083"/>
                      <p:cNvPicPr/>
                      <p:nvPr/>
                    </p:nvPicPr>
                    <p:blipFill>
                      <a:blip r:embed="rId3"/>
                      <a:stretch>
                        <a:fillRect/>
                      </a:stretch>
                    </p:blipFill>
                    <p:spPr>
                      <a:xfrm>
                        <a:off x="579438" y="1171575"/>
                        <a:ext cx="5006975" cy="788988"/>
                      </a:xfrm>
                      <a:prstGeom prst="rect">
                        <a:avLst/>
                      </a:prstGeom>
                      <a:noFill/>
                      <a:ln w="38100">
                        <a:noFill/>
                        <a:miter/>
                      </a:ln>
                    </p:spPr>
                  </p:pic>
                </p:oleObj>
              </mc:Fallback>
            </mc:AlternateContent>
          </a:graphicData>
        </a:graphic>
      </p:graphicFrame>
      <p:graphicFrame>
        <p:nvGraphicFramePr>
          <p:cNvPr id="10243" name="Object 9"/>
          <p:cNvGraphicFramePr>
            <a:graphicFrameLocks noChangeAspect="1"/>
          </p:cNvGraphicFramePr>
          <p:nvPr/>
        </p:nvGraphicFramePr>
        <p:xfrm>
          <a:off x="576263" y="1790700"/>
          <a:ext cx="8305800" cy="788988"/>
        </p:xfrm>
        <a:graphic>
          <a:graphicData uri="http://schemas.openxmlformats.org/presentationml/2006/ole">
            <mc:AlternateContent xmlns:mc="http://schemas.openxmlformats.org/markup-compatibility/2006">
              <mc:Choice xmlns:v="urn:schemas-microsoft-com:vml" Requires="v">
                <p:oleObj r:id="rId4" imgW="4508500" imgH="431800" progId="Equation.DSMT4">
                  <p:embed/>
                </p:oleObj>
              </mc:Choice>
              <mc:Fallback>
                <p:oleObj r:id="rId4" imgW="4508500" imgH="431800" progId="Equation.DSMT4">
                  <p:embed/>
                  <p:pic>
                    <p:nvPicPr>
                      <p:cNvPr id="0" name="图片 3085"/>
                      <p:cNvPicPr/>
                      <p:nvPr/>
                    </p:nvPicPr>
                    <p:blipFill>
                      <a:blip r:embed="rId5"/>
                      <a:stretch>
                        <a:fillRect/>
                      </a:stretch>
                    </p:blipFill>
                    <p:spPr>
                      <a:xfrm>
                        <a:off x="576263" y="1790700"/>
                        <a:ext cx="8305800" cy="788988"/>
                      </a:xfrm>
                      <a:prstGeom prst="rect">
                        <a:avLst/>
                      </a:prstGeom>
                      <a:noFill/>
                      <a:ln w="38100">
                        <a:noFill/>
                        <a:miter/>
                      </a:ln>
                    </p:spPr>
                  </p:pic>
                </p:oleObj>
              </mc:Fallback>
            </mc:AlternateContent>
          </a:graphicData>
        </a:graphic>
      </p:graphicFrame>
      <p:graphicFrame>
        <p:nvGraphicFramePr>
          <p:cNvPr id="10244" name="Object 18"/>
          <p:cNvGraphicFramePr>
            <a:graphicFrameLocks noChangeAspect="1"/>
          </p:cNvGraphicFramePr>
          <p:nvPr/>
        </p:nvGraphicFramePr>
        <p:xfrm>
          <a:off x="684213" y="4149725"/>
          <a:ext cx="361950" cy="493713"/>
        </p:xfrm>
        <a:graphic>
          <a:graphicData uri="http://schemas.openxmlformats.org/presentationml/2006/ole">
            <mc:AlternateContent xmlns:mc="http://schemas.openxmlformats.org/markup-compatibility/2006">
              <mc:Choice xmlns:v="urn:schemas-microsoft-com:vml" Requires="v">
                <p:oleObj r:id="rId6" imgW="165100" imgH="228600" progId="Equation.DSMT4">
                  <p:embed/>
                </p:oleObj>
              </mc:Choice>
              <mc:Fallback>
                <p:oleObj r:id="rId6" imgW="165100" imgH="228600" progId="Equation.DSMT4">
                  <p:embed/>
                  <p:pic>
                    <p:nvPicPr>
                      <p:cNvPr id="0" name="图片 3087"/>
                      <p:cNvPicPr/>
                      <p:nvPr/>
                    </p:nvPicPr>
                    <p:blipFill>
                      <a:blip r:embed="rId7"/>
                      <a:stretch>
                        <a:fillRect/>
                      </a:stretch>
                    </p:blipFill>
                    <p:spPr>
                      <a:xfrm>
                        <a:off x="684213" y="4149725"/>
                        <a:ext cx="361950" cy="493713"/>
                      </a:xfrm>
                      <a:prstGeom prst="rect">
                        <a:avLst/>
                      </a:prstGeom>
                      <a:noFill/>
                      <a:ln w="38100">
                        <a:noFill/>
                        <a:miter/>
                      </a:ln>
                    </p:spPr>
                  </p:pic>
                </p:oleObj>
              </mc:Fallback>
            </mc:AlternateContent>
          </a:graphicData>
        </a:graphic>
      </p:graphicFrame>
      <p:graphicFrame>
        <p:nvGraphicFramePr>
          <p:cNvPr id="10245" name="Object 19"/>
          <p:cNvGraphicFramePr>
            <a:graphicFrameLocks noChangeAspect="1"/>
          </p:cNvGraphicFramePr>
          <p:nvPr/>
        </p:nvGraphicFramePr>
        <p:xfrm>
          <a:off x="1692275" y="4149725"/>
          <a:ext cx="382588" cy="492125"/>
        </p:xfrm>
        <a:graphic>
          <a:graphicData uri="http://schemas.openxmlformats.org/presentationml/2006/ole">
            <mc:AlternateContent xmlns:mc="http://schemas.openxmlformats.org/markup-compatibility/2006">
              <mc:Choice xmlns:v="urn:schemas-microsoft-com:vml" Requires="v">
                <p:oleObj r:id="rId8" imgW="177800" imgH="228600" progId="Equation.DSMT4">
                  <p:embed/>
                </p:oleObj>
              </mc:Choice>
              <mc:Fallback>
                <p:oleObj r:id="rId8" imgW="177800" imgH="228600" progId="Equation.DSMT4">
                  <p:embed/>
                  <p:pic>
                    <p:nvPicPr>
                      <p:cNvPr id="0" name="图片 3088"/>
                      <p:cNvPicPr/>
                      <p:nvPr/>
                    </p:nvPicPr>
                    <p:blipFill>
                      <a:blip r:embed="rId9"/>
                      <a:stretch>
                        <a:fillRect/>
                      </a:stretch>
                    </p:blipFill>
                    <p:spPr>
                      <a:xfrm>
                        <a:off x="1692275" y="4149725"/>
                        <a:ext cx="382588" cy="492125"/>
                      </a:xfrm>
                      <a:prstGeom prst="rect">
                        <a:avLst/>
                      </a:prstGeom>
                      <a:noFill/>
                      <a:ln w="38100">
                        <a:noFill/>
                        <a:miter/>
                      </a:ln>
                    </p:spPr>
                  </p:pic>
                </p:oleObj>
              </mc:Fallback>
            </mc:AlternateContent>
          </a:graphicData>
        </a:graphic>
      </p:graphicFrame>
      <p:graphicFrame>
        <p:nvGraphicFramePr>
          <p:cNvPr id="10246" name="Object 20"/>
          <p:cNvGraphicFramePr>
            <a:graphicFrameLocks noChangeAspect="1"/>
          </p:cNvGraphicFramePr>
          <p:nvPr/>
        </p:nvGraphicFramePr>
        <p:xfrm>
          <a:off x="777875" y="5181600"/>
          <a:ext cx="2578100" cy="492125"/>
        </p:xfrm>
        <a:graphic>
          <a:graphicData uri="http://schemas.openxmlformats.org/presentationml/2006/ole">
            <mc:AlternateContent xmlns:mc="http://schemas.openxmlformats.org/markup-compatibility/2006">
              <mc:Choice xmlns:v="urn:schemas-microsoft-com:vml" Requires="v">
                <p:oleObj r:id="rId10" imgW="1193800" imgH="228600" progId="Equation.DSMT4">
                  <p:embed/>
                </p:oleObj>
              </mc:Choice>
              <mc:Fallback>
                <p:oleObj r:id="rId10" imgW="1193800" imgH="228600" progId="Equation.DSMT4">
                  <p:embed/>
                  <p:pic>
                    <p:nvPicPr>
                      <p:cNvPr id="0" name="图片 3089"/>
                      <p:cNvPicPr/>
                      <p:nvPr/>
                    </p:nvPicPr>
                    <p:blipFill>
                      <a:blip r:embed="rId11"/>
                      <a:stretch>
                        <a:fillRect/>
                      </a:stretch>
                    </p:blipFill>
                    <p:spPr>
                      <a:xfrm>
                        <a:off x="777875" y="5181600"/>
                        <a:ext cx="2578100" cy="492125"/>
                      </a:xfrm>
                      <a:prstGeom prst="rect">
                        <a:avLst/>
                      </a:prstGeom>
                      <a:noFill/>
                      <a:ln w="38100">
                        <a:noFill/>
                        <a:miter/>
                      </a:ln>
                    </p:spPr>
                  </p:pic>
                </p:oleObj>
              </mc:Fallback>
            </mc:AlternateContent>
          </a:graphicData>
        </a:graphic>
      </p:graphicFrame>
      <p:graphicFrame>
        <p:nvGraphicFramePr>
          <p:cNvPr id="10247" name="Object 21"/>
          <p:cNvGraphicFramePr>
            <a:graphicFrameLocks noChangeAspect="1"/>
          </p:cNvGraphicFramePr>
          <p:nvPr/>
        </p:nvGraphicFramePr>
        <p:xfrm>
          <a:off x="4186238" y="5203825"/>
          <a:ext cx="4352925" cy="511175"/>
        </p:xfrm>
        <a:graphic>
          <a:graphicData uri="http://schemas.openxmlformats.org/presentationml/2006/ole">
            <mc:AlternateContent xmlns:mc="http://schemas.openxmlformats.org/markup-compatibility/2006">
              <mc:Choice xmlns:v="urn:schemas-microsoft-com:vml" Requires="v">
                <p:oleObj r:id="rId12" imgW="2019300" imgH="241300" progId="Equation.DSMT4">
                  <p:embed/>
                </p:oleObj>
              </mc:Choice>
              <mc:Fallback>
                <p:oleObj r:id="rId12" imgW="2019300" imgH="241300" progId="Equation.DSMT4">
                  <p:embed/>
                  <p:pic>
                    <p:nvPicPr>
                      <p:cNvPr id="0" name="图片 3093"/>
                      <p:cNvPicPr/>
                      <p:nvPr/>
                    </p:nvPicPr>
                    <p:blipFill>
                      <a:blip r:embed="rId13"/>
                      <a:stretch>
                        <a:fillRect/>
                      </a:stretch>
                    </p:blipFill>
                    <p:spPr>
                      <a:xfrm>
                        <a:off x="4186238" y="5203825"/>
                        <a:ext cx="4352925" cy="511175"/>
                      </a:xfrm>
                      <a:prstGeom prst="rect">
                        <a:avLst/>
                      </a:prstGeom>
                      <a:noFill/>
                      <a:ln w="38100">
                        <a:noFill/>
                        <a:miter/>
                      </a:ln>
                    </p:spPr>
                  </p:pic>
                </p:oleObj>
              </mc:Fallback>
            </mc:AlternateContent>
          </a:graphicData>
        </a:graphic>
      </p:graphicFrame>
      <p:graphicFrame>
        <p:nvGraphicFramePr>
          <p:cNvPr id="10248" name="Object 22"/>
          <p:cNvGraphicFramePr>
            <a:graphicFrameLocks noChangeAspect="1"/>
          </p:cNvGraphicFramePr>
          <p:nvPr/>
        </p:nvGraphicFramePr>
        <p:xfrm>
          <a:off x="739775" y="5791200"/>
          <a:ext cx="2595563" cy="511175"/>
        </p:xfrm>
        <a:graphic>
          <a:graphicData uri="http://schemas.openxmlformats.org/presentationml/2006/ole">
            <mc:AlternateContent xmlns:mc="http://schemas.openxmlformats.org/markup-compatibility/2006">
              <mc:Choice xmlns:v="urn:schemas-microsoft-com:vml" Requires="v">
                <p:oleObj r:id="rId14" imgW="1206500" imgH="241300" progId="Equation.DSMT4">
                  <p:embed/>
                </p:oleObj>
              </mc:Choice>
              <mc:Fallback>
                <p:oleObj r:id="rId14" imgW="1206500" imgH="241300" progId="Equation.DSMT4">
                  <p:embed/>
                  <p:pic>
                    <p:nvPicPr>
                      <p:cNvPr id="0" name="图片 3076"/>
                      <p:cNvPicPr/>
                      <p:nvPr/>
                    </p:nvPicPr>
                    <p:blipFill>
                      <a:blip r:embed="rId15"/>
                      <a:stretch>
                        <a:fillRect/>
                      </a:stretch>
                    </p:blipFill>
                    <p:spPr>
                      <a:xfrm>
                        <a:off x="739775" y="5791200"/>
                        <a:ext cx="2595563" cy="511175"/>
                      </a:xfrm>
                      <a:prstGeom prst="rect">
                        <a:avLst/>
                      </a:prstGeom>
                      <a:noFill/>
                      <a:ln w="38100">
                        <a:noFill/>
                        <a:miter/>
                      </a:ln>
                    </p:spPr>
                  </p:pic>
                </p:oleObj>
              </mc:Fallback>
            </mc:AlternateContent>
          </a:graphicData>
        </a:graphic>
      </p:graphicFrame>
      <p:graphicFrame>
        <p:nvGraphicFramePr>
          <p:cNvPr id="10249" name="Object 23"/>
          <p:cNvGraphicFramePr>
            <a:graphicFrameLocks noChangeAspect="1"/>
          </p:cNvGraphicFramePr>
          <p:nvPr/>
        </p:nvGraphicFramePr>
        <p:xfrm>
          <a:off x="4186238" y="5813425"/>
          <a:ext cx="4371975" cy="511175"/>
        </p:xfrm>
        <a:graphic>
          <a:graphicData uri="http://schemas.openxmlformats.org/presentationml/2006/ole">
            <mc:AlternateContent xmlns:mc="http://schemas.openxmlformats.org/markup-compatibility/2006">
              <mc:Choice xmlns:v="urn:schemas-microsoft-com:vml" Requires="v">
                <p:oleObj r:id="rId16" imgW="2032000" imgH="241300" progId="Equation.DSMT4">
                  <p:embed/>
                </p:oleObj>
              </mc:Choice>
              <mc:Fallback>
                <p:oleObj r:id="rId16" imgW="2032000" imgH="241300" progId="Equation.DSMT4">
                  <p:embed/>
                  <p:pic>
                    <p:nvPicPr>
                      <p:cNvPr id="0" name="图片 3075"/>
                      <p:cNvPicPr/>
                      <p:nvPr/>
                    </p:nvPicPr>
                    <p:blipFill>
                      <a:blip r:embed="rId17"/>
                      <a:stretch>
                        <a:fillRect/>
                      </a:stretch>
                    </p:blipFill>
                    <p:spPr>
                      <a:xfrm>
                        <a:off x="4186238" y="5813425"/>
                        <a:ext cx="4371975" cy="511175"/>
                      </a:xfrm>
                      <a:prstGeom prst="rect">
                        <a:avLst/>
                      </a:prstGeom>
                      <a:noFill/>
                      <a:ln w="38100">
                        <a:noFill/>
                        <a:miter/>
                      </a:ln>
                    </p:spPr>
                  </p:pic>
                </p:oleObj>
              </mc:Fallback>
            </mc:AlternateContent>
          </a:graphicData>
        </a:graphic>
      </p:graphicFrame>
      <p:sp>
        <p:nvSpPr>
          <p:cNvPr id="10261"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15</a:t>
            </a:fld>
            <a:endParaRPr lang="zh-CN" altLang="en-US" sz="1400" dirty="0"/>
          </a:p>
        </p:txBody>
      </p:sp>
      <p:grpSp>
        <p:nvGrpSpPr>
          <p:cNvPr id="10262" name="Group 52"/>
          <p:cNvGrpSpPr>
            <a:grpSpLocks noChangeAspect="1"/>
          </p:cNvGrpSpPr>
          <p:nvPr/>
        </p:nvGrpSpPr>
        <p:grpSpPr>
          <a:xfrm>
            <a:off x="6351588" y="2392363"/>
            <a:ext cx="2305050" cy="1120775"/>
            <a:chOff x="1800" y="1986"/>
            <a:chExt cx="9180" cy="3276"/>
          </a:xfrm>
        </p:grpSpPr>
        <p:sp>
          <p:nvSpPr>
            <p:cNvPr id="10263" name="AutoShape 53" descr="羊皮纸"/>
            <p:cNvSpPr>
              <a:spLocks noChangeAspect="1"/>
            </p:cNvSpPr>
            <p:nvPr/>
          </p:nvSpPr>
          <p:spPr>
            <a:xfrm>
              <a:off x="1800" y="1986"/>
              <a:ext cx="9180" cy="3276"/>
            </a:xfrm>
            <a:prstGeom prst="rect">
              <a:avLst/>
            </a:prstGeom>
            <a:blipFill rotWithShape="1">
              <a:blip r:embed="rId18"/>
            </a:blipFill>
            <a:ln w="9525">
              <a:noFill/>
            </a:ln>
          </p:spPr>
          <p:txBody>
            <a:bodyPr/>
            <a:lstStyle/>
            <a:p>
              <a:pPr eaLnBrk="1" hangingPunct="1"/>
              <a:endParaRPr lang="zh-CN" altLang="en-US" b="1" dirty="0">
                <a:latin typeface="Arial" panose="020B0604020202020204" pitchFamily="34" charset="0"/>
              </a:endParaRPr>
            </a:p>
          </p:txBody>
        </p:sp>
        <p:sp>
          <p:nvSpPr>
            <p:cNvPr id="10264" name="Line 54"/>
            <p:cNvSpPr/>
            <p:nvPr/>
          </p:nvSpPr>
          <p:spPr>
            <a:xfrm>
              <a:off x="1980" y="4562"/>
              <a:ext cx="4123" cy="0"/>
            </a:xfrm>
            <a:prstGeom prst="line">
              <a:avLst/>
            </a:prstGeom>
            <a:ln w="9525" cap="flat" cmpd="sng">
              <a:solidFill>
                <a:srgbClr val="000000"/>
              </a:solidFill>
              <a:prstDash val="solid"/>
              <a:miter/>
              <a:headEnd type="none" w="med" len="med"/>
              <a:tailEnd type="triangle" w="med" len="med"/>
            </a:ln>
          </p:spPr>
        </p:sp>
        <p:sp>
          <p:nvSpPr>
            <p:cNvPr id="10265" name="Line 55"/>
            <p:cNvSpPr/>
            <p:nvPr/>
          </p:nvSpPr>
          <p:spPr>
            <a:xfrm flipV="1">
              <a:off x="3920" y="2541"/>
              <a:ext cx="0" cy="2021"/>
            </a:xfrm>
            <a:prstGeom prst="line">
              <a:avLst/>
            </a:prstGeom>
            <a:ln w="9525" cap="flat" cmpd="sng">
              <a:solidFill>
                <a:srgbClr val="000000"/>
              </a:solidFill>
              <a:prstDash val="solid"/>
              <a:miter/>
              <a:headEnd type="none" w="med" len="med"/>
              <a:tailEnd type="triangle" w="med" len="med"/>
            </a:ln>
          </p:spPr>
        </p:sp>
        <p:sp>
          <p:nvSpPr>
            <p:cNvPr id="10266" name="Line 56"/>
            <p:cNvSpPr/>
            <p:nvPr/>
          </p:nvSpPr>
          <p:spPr>
            <a:xfrm flipV="1">
              <a:off x="4163" y="3511"/>
              <a:ext cx="0" cy="1051"/>
            </a:xfrm>
            <a:prstGeom prst="line">
              <a:avLst/>
            </a:prstGeom>
            <a:ln w="9525" cap="flat" cmpd="sng">
              <a:solidFill>
                <a:srgbClr val="000000"/>
              </a:solidFill>
              <a:prstDash val="solid"/>
              <a:miter/>
              <a:headEnd type="none" w="med" len="med"/>
              <a:tailEnd type="oval" w="med" len="med"/>
            </a:ln>
          </p:spPr>
        </p:sp>
        <p:sp>
          <p:nvSpPr>
            <p:cNvPr id="10267" name="Line 57"/>
            <p:cNvSpPr/>
            <p:nvPr/>
          </p:nvSpPr>
          <p:spPr>
            <a:xfrm flipV="1">
              <a:off x="3678" y="3511"/>
              <a:ext cx="0" cy="1051"/>
            </a:xfrm>
            <a:prstGeom prst="line">
              <a:avLst/>
            </a:prstGeom>
            <a:ln w="9525" cap="flat" cmpd="sng">
              <a:solidFill>
                <a:srgbClr val="000000"/>
              </a:solidFill>
              <a:prstDash val="solid"/>
              <a:miter/>
              <a:headEnd type="none" w="med" len="med"/>
              <a:tailEnd type="oval" w="med" len="med"/>
            </a:ln>
          </p:spPr>
        </p:sp>
        <p:sp>
          <p:nvSpPr>
            <p:cNvPr id="10268" name="Line 58"/>
            <p:cNvSpPr/>
            <p:nvPr/>
          </p:nvSpPr>
          <p:spPr>
            <a:xfrm flipV="1">
              <a:off x="3920" y="3107"/>
              <a:ext cx="0" cy="1455"/>
            </a:xfrm>
            <a:prstGeom prst="line">
              <a:avLst/>
            </a:prstGeom>
            <a:ln w="9525" cap="flat" cmpd="sng">
              <a:solidFill>
                <a:srgbClr val="000000"/>
              </a:solidFill>
              <a:prstDash val="solid"/>
              <a:miter/>
              <a:headEnd type="none" w="med" len="med"/>
              <a:tailEnd type="oval" w="med" len="med"/>
            </a:ln>
          </p:spPr>
        </p:sp>
        <p:sp>
          <p:nvSpPr>
            <p:cNvPr id="10269" name="Line 59"/>
            <p:cNvSpPr/>
            <p:nvPr/>
          </p:nvSpPr>
          <p:spPr>
            <a:xfrm flipV="1">
              <a:off x="4405" y="3834"/>
              <a:ext cx="0" cy="728"/>
            </a:xfrm>
            <a:prstGeom prst="line">
              <a:avLst/>
            </a:prstGeom>
            <a:ln w="9525" cap="flat" cmpd="sng">
              <a:solidFill>
                <a:srgbClr val="000000"/>
              </a:solidFill>
              <a:prstDash val="solid"/>
              <a:miter/>
              <a:headEnd type="none" w="med" len="med"/>
              <a:tailEnd type="oval" w="med" len="med"/>
            </a:ln>
          </p:spPr>
        </p:sp>
        <p:sp>
          <p:nvSpPr>
            <p:cNvPr id="10270" name="Line 60"/>
            <p:cNvSpPr/>
            <p:nvPr/>
          </p:nvSpPr>
          <p:spPr>
            <a:xfrm flipV="1">
              <a:off x="3435" y="3834"/>
              <a:ext cx="0" cy="728"/>
            </a:xfrm>
            <a:prstGeom prst="line">
              <a:avLst/>
            </a:prstGeom>
            <a:ln w="9525" cap="flat" cmpd="sng">
              <a:solidFill>
                <a:srgbClr val="000000"/>
              </a:solidFill>
              <a:prstDash val="solid"/>
              <a:miter/>
              <a:headEnd type="none" w="med" len="med"/>
              <a:tailEnd type="oval" w="med" len="med"/>
            </a:ln>
          </p:spPr>
        </p:sp>
        <p:sp>
          <p:nvSpPr>
            <p:cNvPr id="10271" name="Line 61"/>
            <p:cNvSpPr/>
            <p:nvPr/>
          </p:nvSpPr>
          <p:spPr>
            <a:xfrm flipV="1">
              <a:off x="3193" y="3996"/>
              <a:ext cx="0" cy="566"/>
            </a:xfrm>
            <a:prstGeom prst="line">
              <a:avLst/>
            </a:prstGeom>
            <a:ln w="9525" cap="flat" cmpd="sng">
              <a:solidFill>
                <a:srgbClr val="000000"/>
              </a:solidFill>
              <a:prstDash val="solid"/>
              <a:miter/>
              <a:headEnd type="none" w="med" len="med"/>
              <a:tailEnd type="oval" w="med" len="med"/>
            </a:ln>
          </p:spPr>
        </p:sp>
        <p:sp>
          <p:nvSpPr>
            <p:cNvPr id="10272" name="Line 62"/>
            <p:cNvSpPr/>
            <p:nvPr/>
          </p:nvSpPr>
          <p:spPr>
            <a:xfrm flipV="1">
              <a:off x="4648" y="3996"/>
              <a:ext cx="0" cy="566"/>
            </a:xfrm>
            <a:prstGeom prst="line">
              <a:avLst/>
            </a:prstGeom>
            <a:ln w="9525" cap="flat" cmpd="sng">
              <a:solidFill>
                <a:srgbClr val="000000"/>
              </a:solidFill>
              <a:prstDash val="solid"/>
              <a:miter/>
              <a:headEnd type="none" w="med" len="med"/>
              <a:tailEnd type="oval" w="med" len="med"/>
            </a:ln>
          </p:spPr>
        </p:sp>
        <p:sp>
          <p:nvSpPr>
            <p:cNvPr id="10273" name="Line 63"/>
            <p:cNvSpPr/>
            <p:nvPr/>
          </p:nvSpPr>
          <p:spPr>
            <a:xfrm flipV="1">
              <a:off x="2950" y="4158"/>
              <a:ext cx="0" cy="404"/>
            </a:xfrm>
            <a:prstGeom prst="line">
              <a:avLst/>
            </a:prstGeom>
            <a:ln w="9525" cap="flat" cmpd="sng">
              <a:solidFill>
                <a:srgbClr val="000000"/>
              </a:solidFill>
              <a:prstDash val="solid"/>
              <a:miter/>
              <a:headEnd type="none" w="med" len="med"/>
              <a:tailEnd type="oval" w="med" len="med"/>
            </a:ln>
          </p:spPr>
        </p:sp>
        <p:sp>
          <p:nvSpPr>
            <p:cNvPr id="10274" name="Line 64"/>
            <p:cNvSpPr/>
            <p:nvPr/>
          </p:nvSpPr>
          <p:spPr>
            <a:xfrm flipV="1">
              <a:off x="4890" y="4158"/>
              <a:ext cx="0" cy="404"/>
            </a:xfrm>
            <a:prstGeom prst="line">
              <a:avLst/>
            </a:prstGeom>
            <a:ln w="9525" cap="flat" cmpd="sng">
              <a:solidFill>
                <a:srgbClr val="000000"/>
              </a:solidFill>
              <a:prstDash val="solid"/>
              <a:miter/>
              <a:headEnd type="none" w="med" len="med"/>
              <a:tailEnd type="oval" w="med" len="med"/>
            </a:ln>
          </p:spPr>
        </p:sp>
        <p:sp>
          <p:nvSpPr>
            <p:cNvPr id="10275" name="Line 65"/>
            <p:cNvSpPr/>
            <p:nvPr/>
          </p:nvSpPr>
          <p:spPr>
            <a:xfrm>
              <a:off x="2708" y="4238"/>
              <a:ext cx="2506" cy="0"/>
            </a:xfrm>
            <a:prstGeom prst="line">
              <a:avLst/>
            </a:prstGeom>
            <a:ln w="9525" cap="flat" cmpd="sng">
              <a:solidFill>
                <a:srgbClr val="000000"/>
              </a:solidFill>
              <a:prstDash val="sysDot"/>
              <a:miter/>
              <a:headEnd type="none" w="med" len="med"/>
              <a:tailEnd type="none" w="med" len="med"/>
            </a:ln>
          </p:spPr>
        </p:sp>
        <p:sp>
          <p:nvSpPr>
            <p:cNvPr id="10276" name="Freeform 66"/>
            <p:cNvSpPr/>
            <p:nvPr/>
          </p:nvSpPr>
          <p:spPr>
            <a:xfrm>
              <a:off x="3920" y="3107"/>
              <a:ext cx="1294" cy="1131"/>
            </a:xfrm>
            <a:custGeom>
              <a:avLst/>
              <a:gdLst>
                <a:gd name="txL" fmla="*/ 0 w 768"/>
                <a:gd name="txT" fmla="*/ 0 h 672"/>
                <a:gd name="txR" fmla="*/ 768 w 768"/>
                <a:gd name="txB" fmla="*/ 672 h 672"/>
              </a:gdLst>
              <a:ahLst/>
              <a:cxnLst>
                <a:cxn ang="0">
                  <a:pos x="0" y="0"/>
                </a:cxn>
                <a:cxn ang="0">
                  <a:pos x="26561" y="43756"/>
                </a:cxn>
                <a:cxn ang="0">
                  <a:pos x="53079" y="78800"/>
                </a:cxn>
                <a:cxn ang="0">
                  <a:pos x="88548" y="105008"/>
                </a:cxn>
                <a:cxn ang="0">
                  <a:pos x="141604" y="122592"/>
                </a:cxn>
              </a:cxnLst>
              <a:rect l="txL" t="txT" r="txR" b="txB"/>
              <a:pathLst>
                <a:path w="768" h="672">
                  <a:moveTo>
                    <a:pt x="0" y="0"/>
                  </a:moveTo>
                  <a:cubicBezTo>
                    <a:pt x="48" y="84"/>
                    <a:pt x="96" y="168"/>
                    <a:pt x="144" y="240"/>
                  </a:cubicBezTo>
                  <a:cubicBezTo>
                    <a:pt x="192" y="312"/>
                    <a:pt x="232" y="376"/>
                    <a:pt x="288" y="432"/>
                  </a:cubicBezTo>
                  <a:cubicBezTo>
                    <a:pt x="344" y="488"/>
                    <a:pt x="400" y="536"/>
                    <a:pt x="480" y="576"/>
                  </a:cubicBezTo>
                  <a:cubicBezTo>
                    <a:pt x="560" y="616"/>
                    <a:pt x="664" y="644"/>
                    <a:pt x="768"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0277" name="Freeform 67"/>
            <p:cNvSpPr/>
            <p:nvPr/>
          </p:nvSpPr>
          <p:spPr>
            <a:xfrm>
              <a:off x="2789" y="3107"/>
              <a:ext cx="1131" cy="1131"/>
            </a:xfrm>
            <a:custGeom>
              <a:avLst/>
              <a:gdLst>
                <a:gd name="txL" fmla="*/ 0 w 672"/>
                <a:gd name="txT" fmla="*/ 0 h 672"/>
                <a:gd name="txR" fmla="*/ 672 w 672"/>
                <a:gd name="txB" fmla="*/ 672 h 672"/>
              </a:gdLst>
              <a:ahLst/>
              <a:cxnLst>
                <a:cxn ang="0">
                  <a:pos x="122592" y="0"/>
                </a:cxn>
                <a:cxn ang="0">
                  <a:pos x="96325" y="43756"/>
                </a:cxn>
                <a:cxn ang="0">
                  <a:pos x="69952" y="78800"/>
                </a:cxn>
                <a:cxn ang="0">
                  <a:pos x="0" y="122592"/>
                </a:cxn>
              </a:cxnLst>
              <a:rect l="txL" t="txT" r="txR" b="txB"/>
              <a:pathLst>
                <a:path w="672" h="672">
                  <a:moveTo>
                    <a:pt x="672" y="0"/>
                  </a:moveTo>
                  <a:cubicBezTo>
                    <a:pt x="624" y="84"/>
                    <a:pt x="576" y="168"/>
                    <a:pt x="528" y="240"/>
                  </a:cubicBezTo>
                  <a:cubicBezTo>
                    <a:pt x="480" y="312"/>
                    <a:pt x="472" y="360"/>
                    <a:pt x="384" y="432"/>
                  </a:cubicBezTo>
                  <a:cubicBezTo>
                    <a:pt x="296" y="504"/>
                    <a:pt x="64" y="632"/>
                    <a:pt x="0"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0278" name="Line 68"/>
            <p:cNvSpPr/>
            <p:nvPr/>
          </p:nvSpPr>
          <p:spPr>
            <a:xfrm>
              <a:off x="6588" y="4562"/>
              <a:ext cx="4123" cy="0"/>
            </a:xfrm>
            <a:prstGeom prst="line">
              <a:avLst/>
            </a:prstGeom>
            <a:ln w="9525" cap="flat" cmpd="sng">
              <a:solidFill>
                <a:srgbClr val="000000"/>
              </a:solidFill>
              <a:prstDash val="solid"/>
              <a:miter/>
              <a:headEnd type="none" w="med" len="med"/>
              <a:tailEnd type="triangle" w="med" len="med"/>
            </a:ln>
          </p:spPr>
        </p:sp>
        <p:sp>
          <p:nvSpPr>
            <p:cNvPr id="10279" name="Line 69"/>
            <p:cNvSpPr/>
            <p:nvPr/>
          </p:nvSpPr>
          <p:spPr>
            <a:xfrm flipV="1">
              <a:off x="8528" y="2541"/>
              <a:ext cx="0" cy="2021"/>
            </a:xfrm>
            <a:prstGeom prst="line">
              <a:avLst/>
            </a:prstGeom>
            <a:ln w="9525" cap="flat" cmpd="sng">
              <a:solidFill>
                <a:srgbClr val="000000"/>
              </a:solidFill>
              <a:prstDash val="solid"/>
              <a:miter/>
              <a:headEnd type="none" w="med" len="med"/>
              <a:tailEnd type="triangle" w="med" len="med"/>
            </a:ln>
          </p:spPr>
        </p:sp>
        <p:sp>
          <p:nvSpPr>
            <p:cNvPr id="10280" name="Line 70"/>
            <p:cNvSpPr/>
            <p:nvPr/>
          </p:nvSpPr>
          <p:spPr>
            <a:xfrm flipV="1">
              <a:off x="8771" y="3511"/>
              <a:ext cx="0" cy="1051"/>
            </a:xfrm>
            <a:prstGeom prst="line">
              <a:avLst/>
            </a:prstGeom>
            <a:ln w="9525" cap="flat" cmpd="sng">
              <a:solidFill>
                <a:srgbClr val="000000"/>
              </a:solidFill>
              <a:prstDash val="solid"/>
              <a:miter/>
              <a:headEnd type="none" w="med" len="med"/>
              <a:tailEnd type="oval" w="med" len="med"/>
            </a:ln>
          </p:spPr>
        </p:sp>
        <p:sp>
          <p:nvSpPr>
            <p:cNvPr id="10281" name="Line 71"/>
            <p:cNvSpPr/>
            <p:nvPr/>
          </p:nvSpPr>
          <p:spPr>
            <a:xfrm flipV="1">
              <a:off x="8286" y="3511"/>
              <a:ext cx="0" cy="1051"/>
            </a:xfrm>
            <a:prstGeom prst="line">
              <a:avLst/>
            </a:prstGeom>
            <a:ln w="9525" cap="flat" cmpd="sng">
              <a:solidFill>
                <a:srgbClr val="000000"/>
              </a:solidFill>
              <a:prstDash val="solid"/>
              <a:miter/>
              <a:headEnd type="none" w="med" len="med"/>
              <a:tailEnd type="oval" w="med" len="med"/>
            </a:ln>
          </p:spPr>
        </p:sp>
        <p:sp>
          <p:nvSpPr>
            <p:cNvPr id="10282" name="Line 72"/>
            <p:cNvSpPr/>
            <p:nvPr/>
          </p:nvSpPr>
          <p:spPr>
            <a:xfrm flipV="1">
              <a:off x="8528" y="3107"/>
              <a:ext cx="0" cy="1455"/>
            </a:xfrm>
            <a:prstGeom prst="line">
              <a:avLst/>
            </a:prstGeom>
            <a:ln w="9525" cap="flat" cmpd="sng">
              <a:solidFill>
                <a:srgbClr val="000000"/>
              </a:solidFill>
              <a:prstDash val="solid"/>
              <a:miter/>
              <a:headEnd type="none" w="med" len="med"/>
              <a:tailEnd type="oval" w="med" len="med"/>
            </a:ln>
          </p:spPr>
        </p:sp>
        <p:sp>
          <p:nvSpPr>
            <p:cNvPr id="10283" name="Line 73"/>
            <p:cNvSpPr/>
            <p:nvPr/>
          </p:nvSpPr>
          <p:spPr>
            <a:xfrm flipV="1">
              <a:off x="9013" y="3834"/>
              <a:ext cx="0" cy="728"/>
            </a:xfrm>
            <a:prstGeom prst="line">
              <a:avLst/>
            </a:prstGeom>
            <a:ln w="9525" cap="flat" cmpd="sng">
              <a:solidFill>
                <a:srgbClr val="000000"/>
              </a:solidFill>
              <a:prstDash val="solid"/>
              <a:miter/>
              <a:headEnd type="none" w="med" len="med"/>
              <a:tailEnd type="oval" w="med" len="med"/>
            </a:ln>
          </p:spPr>
        </p:sp>
        <p:sp>
          <p:nvSpPr>
            <p:cNvPr id="10284" name="Line 74"/>
            <p:cNvSpPr/>
            <p:nvPr/>
          </p:nvSpPr>
          <p:spPr>
            <a:xfrm flipV="1">
              <a:off x="8043" y="3834"/>
              <a:ext cx="0" cy="728"/>
            </a:xfrm>
            <a:prstGeom prst="line">
              <a:avLst/>
            </a:prstGeom>
            <a:ln w="9525" cap="flat" cmpd="sng">
              <a:solidFill>
                <a:srgbClr val="000000"/>
              </a:solidFill>
              <a:prstDash val="solid"/>
              <a:miter/>
              <a:headEnd type="none" w="med" len="med"/>
              <a:tailEnd type="oval" w="med" len="med"/>
            </a:ln>
          </p:spPr>
        </p:sp>
        <p:sp>
          <p:nvSpPr>
            <p:cNvPr id="10285" name="Line 75"/>
            <p:cNvSpPr/>
            <p:nvPr/>
          </p:nvSpPr>
          <p:spPr>
            <a:xfrm flipV="1">
              <a:off x="7801" y="3996"/>
              <a:ext cx="0" cy="566"/>
            </a:xfrm>
            <a:prstGeom prst="line">
              <a:avLst/>
            </a:prstGeom>
            <a:ln w="9525" cap="flat" cmpd="sng">
              <a:solidFill>
                <a:srgbClr val="000000"/>
              </a:solidFill>
              <a:prstDash val="solid"/>
              <a:miter/>
              <a:headEnd type="none" w="med" len="med"/>
              <a:tailEnd type="oval" w="med" len="med"/>
            </a:ln>
          </p:spPr>
        </p:sp>
        <p:sp>
          <p:nvSpPr>
            <p:cNvPr id="10286" name="Line 76"/>
            <p:cNvSpPr/>
            <p:nvPr/>
          </p:nvSpPr>
          <p:spPr>
            <a:xfrm flipV="1">
              <a:off x="9256" y="3996"/>
              <a:ext cx="0" cy="566"/>
            </a:xfrm>
            <a:prstGeom prst="line">
              <a:avLst/>
            </a:prstGeom>
            <a:ln w="9525" cap="flat" cmpd="sng">
              <a:solidFill>
                <a:srgbClr val="000000"/>
              </a:solidFill>
              <a:prstDash val="solid"/>
              <a:miter/>
              <a:headEnd type="none" w="med" len="med"/>
              <a:tailEnd type="oval" w="med" len="med"/>
            </a:ln>
          </p:spPr>
        </p:sp>
        <p:sp>
          <p:nvSpPr>
            <p:cNvPr id="10287" name="Line 77"/>
            <p:cNvSpPr/>
            <p:nvPr/>
          </p:nvSpPr>
          <p:spPr>
            <a:xfrm flipV="1">
              <a:off x="7558" y="4158"/>
              <a:ext cx="0" cy="404"/>
            </a:xfrm>
            <a:prstGeom prst="line">
              <a:avLst/>
            </a:prstGeom>
            <a:ln w="9525" cap="flat" cmpd="sng">
              <a:solidFill>
                <a:srgbClr val="000000"/>
              </a:solidFill>
              <a:prstDash val="solid"/>
              <a:miter/>
              <a:headEnd type="none" w="med" len="med"/>
              <a:tailEnd type="oval" w="med" len="med"/>
            </a:ln>
          </p:spPr>
        </p:sp>
        <p:sp>
          <p:nvSpPr>
            <p:cNvPr id="10288" name="Line 78"/>
            <p:cNvSpPr/>
            <p:nvPr/>
          </p:nvSpPr>
          <p:spPr>
            <a:xfrm flipV="1">
              <a:off x="9498" y="4158"/>
              <a:ext cx="0" cy="404"/>
            </a:xfrm>
            <a:prstGeom prst="line">
              <a:avLst/>
            </a:prstGeom>
            <a:ln w="9525" cap="flat" cmpd="sng">
              <a:solidFill>
                <a:srgbClr val="000000"/>
              </a:solidFill>
              <a:prstDash val="solid"/>
              <a:miter/>
              <a:headEnd type="none" w="med" len="med"/>
              <a:tailEnd type="oval" w="med" len="med"/>
            </a:ln>
          </p:spPr>
        </p:sp>
        <p:sp>
          <p:nvSpPr>
            <p:cNvPr id="10289" name="Freeform 79"/>
            <p:cNvSpPr/>
            <p:nvPr/>
          </p:nvSpPr>
          <p:spPr>
            <a:xfrm>
              <a:off x="8528" y="3107"/>
              <a:ext cx="1859" cy="1374"/>
            </a:xfrm>
            <a:custGeom>
              <a:avLst/>
              <a:gdLst>
                <a:gd name="txL" fmla="*/ 0 w 768"/>
                <a:gd name="txT" fmla="*/ 0 h 672"/>
                <a:gd name="txR" fmla="*/ 768 w 768"/>
                <a:gd name="txB" fmla="*/ 672 h 672"/>
              </a:gdLst>
              <a:ahLst/>
              <a:cxnLst>
                <a:cxn ang="0">
                  <a:pos x="0" y="0"/>
                </a:cxn>
                <a:cxn ang="0">
                  <a:pos x="995674" y="306703"/>
                </a:cxn>
                <a:cxn ang="0">
                  <a:pos x="1988522" y="551426"/>
                </a:cxn>
                <a:cxn ang="0">
                  <a:pos x="3315272" y="735910"/>
                </a:cxn>
                <a:cxn ang="0">
                  <a:pos x="5303563" y="857914"/>
                </a:cxn>
              </a:cxnLst>
              <a:rect l="txL" t="txT" r="txR" b="txB"/>
              <a:pathLst>
                <a:path w="768" h="672">
                  <a:moveTo>
                    <a:pt x="0" y="0"/>
                  </a:moveTo>
                  <a:cubicBezTo>
                    <a:pt x="48" y="84"/>
                    <a:pt x="96" y="168"/>
                    <a:pt x="144" y="240"/>
                  </a:cubicBezTo>
                  <a:cubicBezTo>
                    <a:pt x="192" y="312"/>
                    <a:pt x="232" y="376"/>
                    <a:pt x="288" y="432"/>
                  </a:cubicBezTo>
                  <a:cubicBezTo>
                    <a:pt x="344" y="488"/>
                    <a:pt x="400" y="536"/>
                    <a:pt x="480" y="576"/>
                  </a:cubicBezTo>
                  <a:cubicBezTo>
                    <a:pt x="560" y="616"/>
                    <a:pt x="664" y="644"/>
                    <a:pt x="768"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0290" name="Freeform 80"/>
            <p:cNvSpPr/>
            <p:nvPr/>
          </p:nvSpPr>
          <p:spPr>
            <a:xfrm>
              <a:off x="6911" y="3107"/>
              <a:ext cx="1617" cy="1374"/>
            </a:xfrm>
            <a:custGeom>
              <a:avLst/>
              <a:gdLst>
                <a:gd name="txL" fmla="*/ 0 w 672"/>
                <a:gd name="txT" fmla="*/ 0 h 672"/>
                <a:gd name="txR" fmla="*/ 672 w 672"/>
                <a:gd name="txB" fmla="*/ 672 h 672"/>
              </a:gdLst>
              <a:ahLst/>
              <a:cxnLst>
                <a:cxn ang="0">
                  <a:pos x="4373275" y="0"/>
                </a:cxn>
                <a:cxn ang="0">
                  <a:pos x="3436700" y="306703"/>
                </a:cxn>
                <a:cxn ang="0">
                  <a:pos x="2498378" y="551426"/>
                </a:cxn>
                <a:cxn ang="0">
                  <a:pos x="0" y="857914"/>
                </a:cxn>
              </a:cxnLst>
              <a:rect l="txL" t="txT" r="txR" b="txB"/>
              <a:pathLst>
                <a:path w="672" h="672">
                  <a:moveTo>
                    <a:pt x="672" y="0"/>
                  </a:moveTo>
                  <a:cubicBezTo>
                    <a:pt x="624" y="84"/>
                    <a:pt x="576" y="168"/>
                    <a:pt x="528" y="240"/>
                  </a:cubicBezTo>
                  <a:cubicBezTo>
                    <a:pt x="480" y="312"/>
                    <a:pt x="472" y="360"/>
                    <a:pt x="384" y="432"/>
                  </a:cubicBezTo>
                  <a:cubicBezTo>
                    <a:pt x="296" y="504"/>
                    <a:pt x="64" y="632"/>
                    <a:pt x="0"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0291" name="Line 81"/>
            <p:cNvSpPr/>
            <p:nvPr/>
          </p:nvSpPr>
          <p:spPr>
            <a:xfrm flipV="1">
              <a:off x="7316" y="4319"/>
              <a:ext cx="0" cy="243"/>
            </a:xfrm>
            <a:prstGeom prst="line">
              <a:avLst/>
            </a:prstGeom>
            <a:ln w="9525" cap="flat" cmpd="sng">
              <a:solidFill>
                <a:srgbClr val="000000"/>
              </a:solidFill>
              <a:prstDash val="solid"/>
              <a:miter/>
              <a:headEnd type="none" w="med" len="med"/>
              <a:tailEnd type="oval" w="med" len="med"/>
            </a:ln>
          </p:spPr>
        </p:sp>
        <p:sp>
          <p:nvSpPr>
            <p:cNvPr id="10292" name="Line 82"/>
            <p:cNvSpPr/>
            <p:nvPr/>
          </p:nvSpPr>
          <p:spPr>
            <a:xfrm flipV="1">
              <a:off x="9741" y="4319"/>
              <a:ext cx="0" cy="243"/>
            </a:xfrm>
            <a:prstGeom prst="line">
              <a:avLst/>
            </a:prstGeom>
            <a:ln w="9525" cap="flat" cmpd="sng">
              <a:solidFill>
                <a:srgbClr val="000000"/>
              </a:solidFill>
              <a:prstDash val="solid"/>
              <a:miter/>
              <a:headEnd type="none" w="med" len="med"/>
              <a:tailEnd type="oval" w="med" len="med"/>
            </a:ln>
          </p:spPr>
        </p:sp>
        <p:graphicFrame>
          <p:nvGraphicFramePr>
            <p:cNvPr id="10250" name="Object 83"/>
            <p:cNvGraphicFramePr>
              <a:graphicFrameLocks noChangeAspect="1"/>
            </p:cNvGraphicFramePr>
            <p:nvPr/>
          </p:nvGraphicFramePr>
          <p:xfrm>
            <a:off x="4001" y="2379"/>
            <a:ext cx="859" cy="430"/>
          </p:xfrm>
          <a:graphic>
            <a:graphicData uri="http://schemas.openxmlformats.org/presentationml/2006/ole">
              <mc:AlternateContent xmlns:mc="http://schemas.openxmlformats.org/markup-compatibility/2006">
                <mc:Choice xmlns:v="urn:schemas-microsoft-com:vml" Requires="v">
                  <p:oleObj r:id="rId19" imgW="457200" imgH="228600" progId="Equation.DSMT4">
                    <p:embed/>
                  </p:oleObj>
                </mc:Choice>
                <mc:Fallback>
                  <p:oleObj r:id="rId19" imgW="457200" imgH="228600" progId="Equation.DSMT4">
                    <p:embed/>
                    <p:pic>
                      <p:nvPicPr>
                        <p:cNvPr id="0" name="图片 3113"/>
                        <p:cNvPicPr/>
                        <p:nvPr/>
                      </p:nvPicPr>
                      <p:blipFill>
                        <a:blip r:embed="rId20"/>
                        <a:stretch>
                          <a:fillRect/>
                        </a:stretch>
                      </p:blipFill>
                      <p:spPr>
                        <a:xfrm>
                          <a:off x="4001" y="2379"/>
                          <a:ext cx="859" cy="430"/>
                        </a:xfrm>
                        <a:prstGeom prst="rect">
                          <a:avLst/>
                        </a:prstGeom>
                        <a:noFill/>
                        <a:ln w="38100">
                          <a:noFill/>
                          <a:miter/>
                        </a:ln>
                      </p:spPr>
                    </p:pic>
                  </p:oleObj>
                </mc:Fallback>
              </mc:AlternateContent>
            </a:graphicData>
          </a:graphic>
        </p:graphicFrame>
        <p:graphicFrame>
          <p:nvGraphicFramePr>
            <p:cNvPr id="10251" name="Object 84"/>
            <p:cNvGraphicFramePr>
              <a:graphicFrameLocks noChangeAspect="1"/>
            </p:cNvGraphicFramePr>
            <p:nvPr/>
          </p:nvGraphicFramePr>
          <p:xfrm>
            <a:off x="8640" y="2298"/>
            <a:ext cx="720" cy="475"/>
          </p:xfrm>
          <a:graphic>
            <a:graphicData uri="http://schemas.openxmlformats.org/presentationml/2006/ole">
              <mc:AlternateContent xmlns:mc="http://schemas.openxmlformats.org/markup-compatibility/2006">
                <mc:Choice xmlns:v="urn:schemas-microsoft-com:vml" Requires="v">
                  <p:oleObj r:id="rId21" imgW="469900" imgH="228600" progId="Equation.DSMT4">
                    <p:embed/>
                  </p:oleObj>
                </mc:Choice>
                <mc:Fallback>
                  <p:oleObj r:id="rId21" imgW="469900" imgH="228600" progId="Equation.DSMT4">
                    <p:embed/>
                    <p:pic>
                      <p:nvPicPr>
                        <p:cNvPr id="0" name="图片 3114"/>
                        <p:cNvPicPr/>
                        <p:nvPr/>
                      </p:nvPicPr>
                      <p:blipFill>
                        <a:blip r:embed="rId22"/>
                        <a:stretch>
                          <a:fillRect/>
                        </a:stretch>
                      </p:blipFill>
                      <p:spPr>
                        <a:xfrm>
                          <a:off x="8640" y="2298"/>
                          <a:ext cx="720" cy="475"/>
                        </a:xfrm>
                        <a:prstGeom prst="rect">
                          <a:avLst/>
                        </a:prstGeom>
                        <a:noFill/>
                        <a:ln w="38100">
                          <a:noFill/>
                          <a:miter/>
                        </a:ln>
                      </p:spPr>
                    </p:pic>
                  </p:oleObj>
                </mc:Fallback>
              </mc:AlternateContent>
            </a:graphicData>
          </a:graphic>
        </p:graphicFrame>
        <p:graphicFrame>
          <p:nvGraphicFramePr>
            <p:cNvPr id="10252" name="Object 85"/>
            <p:cNvGraphicFramePr>
              <a:graphicFrameLocks noChangeAspect="1"/>
            </p:cNvGraphicFramePr>
            <p:nvPr/>
          </p:nvGraphicFramePr>
          <p:xfrm>
            <a:off x="2340" y="3234"/>
            <a:ext cx="720" cy="419"/>
          </p:xfrm>
          <a:graphic>
            <a:graphicData uri="http://schemas.openxmlformats.org/presentationml/2006/ole">
              <mc:AlternateContent xmlns:mc="http://schemas.openxmlformats.org/markup-compatibility/2006">
                <mc:Choice xmlns:v="urn:schemas-microsoft-com:vml" Requires="v">
                  <p:oleObj r:id="rId23" imgW="393700" imgH="228600" progId="Equation.DSMT4">
                    <p:embed/>
                  </p:oleObj>
                </mc:Choice>
                <mc:Fallback>
                  <p:oleObj r:id="rId23" imgW="393700" imgH="228600" progId="Equation.DSMT4">
                    <p:embed/>
                    <p:pic>
                      <p:nvPicPr>
                        <p:cNvPr id="0" name="图片 3118"/>
                        <p:cNvPicPr/>
                        <p:nvPr/>
                      </p:nvPicPr>
                      <p:blipFill>
                        <a:blip r:embed="rId24">
                          <a:biLevel thresh="50000"/>
                          <a:grayscl/>
                        </a:blip>
                        <a:stretch>
                          <a:fillRect/>
                        </a:stretch>
                      </p:blipFill>
                      <p:spPr>
                        <a:xfrm>
                          <a:off x="2340" y="3234"/>
                          <a:ext cx="720" cy="419"/>
                        </a:xfrm>
                        <a:prstGeom prst="rect">
                          <a:avLst/>
                        </a:prstGeom>
                        <a:noFill/>
                        <a:ln w="38100">
                          <a:noFill/>
                          <a:miter/>
                        </a:ln>
                      </p:spPr>
                    </p:pic>
                  </p:oleObj>
                </mc:Fallback>
              </mc:AlternateContent>
            </a:graphicData>
          </a:graphic>
        </p:graphicFrame>
        <p:sp>
          <p:nvSpPr>
            <p:cNvPr id="10293" name="Line 86"/>
            <p:cNvSpPr/>
            <p:nvPr/>
          </p:nvSpPr>
          <p:spPr>
            <a:xfrm>
              <a:off x="3920" y="3107"/>
              <a:ext cx="1294" cy="0"/>
            </a:xfrm>
            <a:prstGeom prst="line">
              <a:avLst/>
            </a:prstGeom>
            <a:ln w="9525" cap="rnd" cmpd="sng">
              <a:solidFill>
                <a:srgbClr val="000000"/>
              </a:solidFill>
              <a:prstDash val="sysDot"/>
              <a:headEnd type="none" w="med" len="med"/>
              <a:tailEnd type="none" w="med" len="med"/>
            </a:ln>
          </p:spPr>
        </p:sp>
        <p:sp>
          <p:nvSpPr>
            <p:cNvPr id="10294" name="Line 87"/>
            <p:cNvSpPr/>
            <p:nvPr/>
          </p:nvSpPr>
          <p:spPr>
            <a:xfrm flipH="1">
              <a:off x="2223" y="3107"/>
              <a:ext cx="1697" cy="0"/>
            </a:xfrm>
            <a:prstGeom prst="line">
              <a:avLst/>
            </a:prstGeom>
            <a:ln w="9525" cap="rnd" cmpd="sng">
              <a:solidFill>
                <a:srgbClr val="000000"/>
              </a:solidFill>
              <a:prstDash val="sysDot"/>
              <a:headEnd type="none" w="med" len="med"/>
              <a:tailEnd type="none" w="med" len="med"/>
            </a:ln>
          </p:spPr>
        </p:sp>
        <p:sp>
          <p:nvSpPr>
            <p:cNvPr id="10295" name="Line 88"/>
            <p:cNvSpPr/>
            <p:nvPr/>
          </p:nvSpPr>
          <p:spPr>
            <a:xfrm>
              <a:off x="2223" y="3107"/>
              <a:ext cx="0" cy="1455"/>
            </a:xfrm>
            <a:prstGeom prst="line">
              <a:avLst/>
            </a:prstGeom>
            <a:ln w="9525" cap="flat" cmpd="sng">
              <a:solidFill>
                <a:srgbClr val="000000"/>
              </a:solidFill>
              <a:prstDash val="solid"/>
              <a:headEnd type="arrow" w="med" len="med"/>
              <a:tailEnd type="arrow" w="med" len="med"/>
            </a:ln>
          </p:spPr>
        </p:sp>
        <p:sp>
          <p:nvSpPr>
            <p:cNvPr id="10296" name="Line 89"/>
            <p:cNvSpPr/>
            <p:nvPr/>
          </p:nvSpPr>
          <p:spPr>
            <a:xfrm>
              <a:off x="5214" y="3107"/>
              <a:ext cx="0" cy="1131"/>
            </a:xfrm>
            <a:prstGeom prst="line">
              <a:avLst/>
            </a:prstGeom>
            <a:ln w="9525" cap="flat" cmpd="sng">
              <a:solidFill>
                <a:srgbClr val="000000"/>
              </a:solidFill>
              <a:prstDash val="solid"/>
              <a:headEnd type="arrow" w="med" len="med"/>
              <a:tailEnd type="arrow" w="med" len="med"/>
            </a:ln>
          </p:spPr>
        </p:sp>
        <p:sp>
          <p:nvSpPr>
            <p:cNvPr id="10297" name="Line 90"/>
            <p:cNvSpPr/>
            <p:nvPr/>
          </p:nvSpPr>
          <p:spPr>
            <a:xfrm>
              <a:off x="8528" y="3107"/>
              <a:ext cx="1859" cy="0"/>
            </a:xfrm>
            <a:prstGeom prst="line">
              <a:avLst/>
            </a:prstGeom>
            <a:ln w="9525" cap="rnd" cmpd="sng">
              <a:solidFill>
                <a:srgbClr val="000000"/>
              </a:solidFill>
              <a:prstDash val="sysDot"/>
              <a:headEnd type="none" w="med" len="med"/>
              <a:tailEnd type="none" w="med" len="med"/>
            </a:ln>
          </p:spPr>
        </p:sp>
        <p:sp>
          <p:nvSpPr>
            <p:cNvPr id="10298" name="Line 91"/>
            <p:cNvSpPr/>
            <p:nvPr/>
          </p:nvSpPr>
          <p:spPr>
            <a:xfrm>
              <a:off x="10387" y="3107"/>
              <a:ext cx="0" cy="1455"/>
            </a:xfrm>
            <a:prstGeom prst="line">
              <a:avLst/>
            </a:prstGeom>
            <a:ln w="9525" cap="flat" cmpd="sng">
              <a:solidFill>
                <a:srgbClr val="000000"/>
              </a:solidFill>
              <a:prstDash val="solid"/>
              <a:headEnd type="arrow" w="med" len="med"/>
              <a:tailEnd type="arrow" w="med" len="med"/>
            </a:ln>
          </p:spPr>
        </p:sp>
        <p:graphicFrame>
          <p:nvGraphicFramePr>
            <p:cNvPr id="10253" name="Object 92"/>
            <p:cNvGraphicFramePr>
              <a:graphicFrameLocks noChangeAspect="1"/>
            </p:cNvGraphicFramePr>
            <p:nvPr/>
          </p:nvGraphicFramePr>
          <p:xfrm>
            <a:off x="5368" y="3078"/>
            <a:ext cx="392" cy="468"/>
          </p:xfrm>
          <a:graphic>
            <a:graphicData uri="http://schemas.openxmlformats.org/presentationml/2006/ole">
              <mc:AlternateContent xmlns:mc="http://schemas.openxmlformats.org/markup-compatibility/2006">
                <mc:Choice xmlns:v="urn:schemas-microsoft-com:vml" Requires="v">
                  <p:oleObj r:id="rId25" imgW="203200" imgH="241300" progId="Equation.DSMT4">
                    <p:embed/>
                  </p:oleObj>
                </mc:Choice>
                <mc:Fallback>
                  <p:oleObj r:id="rId25" imgW="203200" imgH="241300" progId="Equation.DSMT4">
                    <p:embed/>
                    <p:pic>
                      <p:nvPicPr>
                        <p:cNvPr id="0" name="图片 3124"/>
                        <p:cNvPicPr/>
                        <p:nvPr/>
                      </p:nvPicPr>
                      <p:blipFill>
                        <a:blip r:embed="rId26">
                          <a:biLevel thresh="50000"/>
                          <a:grayscl/>
                        </a:blip>
                        <a:stretch>
                          <a:fillRect/>
                        </a:stretch>
                      </p:blipFill>
                      <p:spPr>
                        <a:xfrm>
                          <a:off x="5368" y="3078"/>
                          <a:ext cx="392" cy="468"/>
                        </a:xfrm>
                        <a:prstGeom prst="rect">
                          <a:avLst/>
                        </a:prstGeom>
                        <a:noFill/>
                        <a:ln w="38100">
                          <a:noFill/>
                          <a:miter/>
                        </a:ln>
                      </p:spPr>
                    </p:pic>
                  </p:oleObj>
                </mc:Fallback>
              </mc:AlternateContent>
            </a:graphicData>
          </a:graphic>
        </p:graphicFrame>
        <p:graphicFrame>
          <p:nvGraphicFramePr>
            <p:cNvPr id="10254" name="Object 93"/>
            <p:cNvGraphicFramePr>
              <a:graphicFrameLocks noChangeAspect="1"/>
            </p:cNvGraphicFramePr>
            <p:nvPr/>
          </p:nvGraphicFramePr>
          <p:xfrm>
            <a:off x="10405" y="3390"/>
            <a:ext cx="395" cy="468"/>
          </p:xfrm>
          <a:graphic>
            <a:graphicData uri="http://schemas.openxmlformats.org/presentationml/2006/ole">
              <mc:AlternateContent xmlns:mc="http://schemas.openxmlformats.org/markup-compatibility/2006">
                <mc:Choice xmlns:v="urn:schemas-microsoft-com:vml" Requires="v">
                  <p:oleObj r:id="rId27" imgW="203200" imgH="241300" progId="Equation.DSMT4">
                    <p:embed/>
                  </p:oleObj>
                </mc:Choice>
                <mc:Fallback>
                  <p:oleObj r:id="rId27" imgW="203200" imgH="241300" progId="Equation.DSMT4">
                    <p:embed/>
                    <p:pic>
                      <p:nvPicPr>
                        <p:cNvPr id="0" name="图片 3123"/>
                        <p:cNvPicPr/>
                        <p:nvPr/>
                      </p:nvPicPr>
                      <p:blipFill>
                        <a:blip r:embed="rId28"/>
                        <a:stretch>
                          <a:fillRect/>
                        </a:stretch>
                      </p:blipFill>
                      <p:spPr>
                        <a:xfrm>
                          <a:off x="10405" y="3390"/>
                          <a:ext cx="395" cy="468"/>
                        </a:xfrm>
                        <a:prstGeom prst="rect">
                          <a:avLst/>
                        </a:prstGeom>
                        <a:noFill/>
                        <a:ln w="38100">
                          <a:noFill/>
                          <a:miter/>
                        </a:ln>
                      </p:spPr>
                    </p:pic>
                  </p:oleObj>
                </mc:Fallback>
              </mc:AlternateContent>
            </a:graphicData>
          </a:graphic>
        </p:graphicFrame>
        <p:graphicFrame>
          <p:nvGraphicFramePr>
            <p:cNvPr id="10255" name="Object 94"/>
            <p:cNvGraphicFramePr>
              <a:graphicFrameLocks noChangeAspect="1"/>
            </p:cNvGraphicFramePr>
            <p:nvPr/>
          </p:nvGraphicFramePr>
          <p:xfrm>
            <a:off x="5220" y="4014"/>
            <a:ext cx="419" cy="468"/>
          </p:xfrm>
          <a:graphic>
            <a:graphicData uri="http://schemas.openxmlformats.org/presentationml/2006/ole">
              <mc:AlternateContent xmlns:mc="http://schemas.openxmlformats.org/markup-compatibility/2006">
                <mc:Choice xmlns:v="urn:schemas-microsoft-com:vml" Requires="v">
                  <p:oleObj r:id="rId29" imgW="215900" imgH="241300" progId="Equation.DSMT4">
                    <p:embed/>
                  </p:oleObj>
                </mc:Choice>
                <mc:Fallback>
                  <p:oleObj r:id="rId29" imgW="215900" imgH="241300" progId="Equation.DSMT4">
                    <p:embed/>
                    <p:pic>
                      <p:nvPicPr>
                        <p:cNvPr id="0" name="图片 3125"/>
                        <p:cNvPicPr/>
                        <p:nvPr/>
                      </p:nvPicPr>
                      <p:blipFill>
                        <a:blip r:embed="rId30">
                          <a:biLevel thresh="50000"/>
                          <a:grayscl/>
                        </a:blip>
                        <a:stretch>
                          <a:fillRect/>
                        </a:stretch>
                      </p:blipFill>
                      <p:spPr>
                        <a:xfrm>
                          <a:off x="5220" y="4014"/>
                          <a:ext cx="419" cy="468"/>
                        </a:xfrm>
                        <a:prstGeom prst="rect">
                          <a:avLst/>
                        </a:prstGeom>
                        <a:noFill/>
                        <a:ln w="38100">
                          <a:noFill/>
                          <a:miter/>
                        </a:ln>
                      </p:spPr>
                    </p:pic>
                  </p:oleObj>
                </mc:Fallback>
              </mc:AlternateContent>
            </a:graphicData>
          </a:graphic>
        </p:graphicFrame>
        <p:sp>
          <p:nvSpPr>
            <p:cNvPr id="10299" name="Line 95"/>
            <p:cNvSpPr/>
            <p:nvPr/>
          </p:nvSpPr>
          <p:spPr>
            <a:xfrm>
              <a:off x="5214" y="4238"/>
              <a:ext cx="0" cy="324"/>
            </a:xfrm>
            <a:prstGeom prst="line">
              <a:avLst/>
            </a:prstGeom>
            <a:ln w="9525" cap="flat" cmpd="sng">
              <a:solidFill>
                <a:srgbClr val="000000"/>
              </a:solidFill>
              <a:prstDash val="solid"/>
              <a:headEnd type="arrow" w="med" len="med"/>
              <a:tailEnd type="arrow" w="med" len="med"/>
            </a:ln>
          </p:spPr>
        </p:sp>
        <p:graphicFrame>
          <p:nvGraphicFramePr>
            <p:cNvPr id="10256" name="Object 96"/>
            <p:cNvGraphicFramePr>
              <a:graphicFrameLocks noChangeAspect="1"/>
            </p:cNvGraphicFramePr>
            <p:nvPr/>
          </p:nvGraphicFramePr>
          <p:xfrm>
            <a:off x="3759" y="4562"/>
            <a:ext cx="281" cy="388"/>
          </p:xfrm>
          <a:graphic>
            <a:graphicData uri="http://schemas.openxmlformats.org/presentationml/2006/ole">
              <mc:AlternateContent xmlns:mc="http://schemas.openxmlformats.org/markup-compatibility/2006">
                <mc:Choice xmlns:v="urn:schemas-microsoft-com:vml" Requires="v">
                  <p:oleObj r:id="rId31" imgW="127000" imgH="177165" progId="Equation.DSMT4">
                    <p:embed/>
                  </p:oleObj>
                </mc:Choice>
                <mc:Fallback>
                  <p:oleObj r:id="rId31" imgW="127000" imgH="177165" progId="Equation.DSMT4">
                    <p:embed/>
                    <p:pic>
                      <p:nvPicPr>
                        <p:cNvPr id="0" name="图片 3116"/>
                        <p:cNvPicPr/>
                        <p:nvPr/>
                      </p:nvPicPr>
                      <p:blipFill>
                        <a:blip r:embed="rId32"/>
                        <a:stretch>
                          <a:fillRect/>
                        </a:stretch>
                      </p:blipFill>
                      <p:spPr>
                        <a:xfrm>
                          <a:off x="3759" y="4562"/>
                          <a:ext cx="281" cy="388"/>
                        </a:xfrm>
                        <a:prstGeom prst="rect">
                          <a:avLst/>
                        </a:prstGeom>
                        <a:noFill/>
                        <a:ln w="38100">
                          <a:noFill/>
                          <a:miter/>
                        </a:ln>
                      </p:spPr>
                    </p:pic>
                  </p:oleObj>
                </mc:Fallback>
              </mc:AlternateContent>
            </a:graphicData>
          </a:graphic>
        </p:graphicFrame>
        <p:graphicFrame>
          <p:nvGraphicFramePr>
            <p:cNvPr id="10257" name="Object 97"/>
            <p:cNvGraphicFramePr>
              <a:graphicFrameLocks noChangeAspect="1"/>
            </p:cNvGraphicFramePr>
            <p:nvPr/>
          </p:nvGraphicFramePr>
          <p:xfrm>
            <a:off x="8360" y="4562"/>
            <a:ext cx="280" cy="388"/>
          </p:xfrm>
          <a:graphic>
            <a:graphicData uri="http://schemas.openxmlformats.org/presentationml/2006/ole">
              <mc:AlternateContent xmlns:mc="http://schemas.openxmlformats.org/markup-compatibility/2006">
                <mc:Choice xmlns:v="urn:schemas-microsoft-com:vml" Requires="v">
                  <p:oleObj r:id="rId33" imgW="127000" imgH="177165" progId="Equation.DSMT4">
                    <p:embed/>
                  </p:oleObj>
                </mc:Choice>
                <mc:Fallback>
                  <p:oleObj r:id="rId33" imgW="127000" imgH="177165" progId="Equation.DSMT4">
                    <p:embed/>
                    <p:pic>
                      <p:nvPicPr>
                        <p:cNvPr id="0" name="图片 3119"/>
                        <p:cNvPicPr/>
                        <p:nvPr/>
                      </p:nvPicPr>
                      <p:blipFill>
                        <a:blip r:embed="rId32"/>
                        <a:stretch>
                          <a:fillRect/>
                        </a:stretch>
                      </p:blipFill>
                      <p:spPr>
                        <a:xfrm>
                          <a:off x="8360" y="4562"/>
                          <a:ext cx="280" cy="388"/>
                        </a:xfrm>
                        <a:prstGeom prst="rect">
                          <a:avLst/>
                        </a:prstGeom>
                        <a:noFill/>
                        <a:ln w="38100">
                          <a:noFill/>
                          <a:miter/>
                        </a:ln>
                      </p:spPr>
                    </p:pic>
                  </p:oleObj>
                </mc:Fallback>
              </mc:AlternateContent>
            </a:graphicData>
          </a:graphic>
        </p:graphicFrame>
        <p:graphicFrame>
          <p:nvGraphicFramePr>
            <p:cNvPr id="10258" name="Object 98"/>
            <p:cNvGraphicFramePr>
              <a:graphicFrameLocks noChangeAspect="1"/>
            </p:cNvGraphicFramePr>
            <p:nvPr/>
          </p:nvGraphicFramePr>
          <p:xfrm>
            <a:off x="5940" y="4638"/>
            <a:ext cx="340" cy="289"/>
          </p:xfrm>
          <a:graphic>
            <a:graphicData uri="http://schemas.openxmlformats.org/presentationml/2006/ole">
              <mc:AlternateContent xmlns:mc="http://schemas.openxmlformats.org/markup-compatibility/2006">
                <mc:Choice xmlns:v="urn:schemas-microsoft-com:vml" Requires="v">
                  <p:oleObj r:id="rId34" imgW="165100" imgH="139700" progId="Equation.DSMT4">
                    <p:embed/>
                  </p:oleObj>
                </mc:Choice>
                <mc:Fallback>
                  <p:oleObj r:id="rId34" imgW="165100" imgH="139700" progId="Equation.DSMT4">
                    <p:embed/>
                    <p:pic>
                      <p:nvPicPr>
                        <p:cNvPr id="0" name="图片 3115"/>
                        <p:cNvPicPr/>
                        <p:nvPr/>
                      </p:nvPicPr>
                      <p:blipFill>
                        <a:blip r:embed="rId35"/>
                        <a:stretch>
                          <a:fillRect/>
                        </a:stretch>
                      </p:blipFill>
                      <p:spPr>
                        <a:xfrm>
                          <a:off x="5940" y="4638"/>
                          <a:ext cx="340" cy="289"/>
                        </a:xfrm>
                        <a:prstGeom prst="rect">
                          <a:avLst/>
                        </a:prstGeom>
                        <a:noFill/>
                        <a:ln w="38100">
                          <a:noFill/>
                          <a:miter/>
                        </a:ln>
                      </p:spPr>
                    </p:pic>
                  </p:oleObj>
                </mc:Fallback>
              </mc:AlternateContent>
            </a:graphicData>
          </a:graphic>
        </p:graphicFrame>
        <p:graphicFrame>
          <p:nvGraphicFramePr>
            <p:cNvPr id="10259" name="Object 99"/>
            <p:cNvGraphicFramePr>
              <a:graphicFrameLocks noChangeAspect="1"/>
            </p:cNvGraphicFramePr>
            <p:nvPr/>
          </p:nvGraphicFramePr>
          <p:xfrm>
            <a:off x="10307" y="4642"/>
            <a:ext cx="313" cy="266"/>
          </p:xfrm>
          <a:graphic>
            <a:graphicData uri="http://schemas.openxmlformats.org/presentationml/2006/ole">
              <mc:AlternateContent xmlns:mc="http://schemas.openxmlformats.org/markup-compatibility/2006">
                <mc:Choice xmlns:v="urn:schemas-microsoft-com:vml" Requires="v">
                  <p:oleObj r:id="rId36" imgW="165100" imgH="139700" progId="Equation.DSMT4">
                    <p:embed/>
                  </p:oleObj>
                </mc:Choice>
                <mc:Fallback>
                  <p:oleObj r:id="rId36" imgW="165100" imgH="139700" progId="Equation.DSMT4">
                    <p:embed/>
                    <p:pic>
                      <p:nvPicPr>
                        <p:cNvPr id="0" name="图片 3120"/>
                        <p:cNvPicPr/>
                        <p:nvPr/>
                      </p:nvPicPr>
                      <p:blipFill>
                        <a:blip r:embed="rId37"/>
                        <a:stretch>
                          <a:fillRect/>
                        </a:stretch>
                      </p:blipFill>
                      <p:spPr>
                        <a:xfrm>
                          <a:off x="10307" y="4642"/>
                          <a:ext cx="313" cy="266"/>
                        </a:xfrm>
                        <a:prstGeom prst="rect">
                          <a:avLst/>
                        </a:prstGeom>
                        <a:noFill/>
                        <a:ln w="38100">
                          <a:noFill/>
                          <a:miter/>
                        </a:ln>
                      </p:spPr>
                    </p:pic>
                  </p:oleObj>
                </mc:Fallback>
              </mc:AlternateContent>
            </a:graphicData>
          </a:graphic>
        </p:graphicFrame>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6" name="Rectangle 26"/>
          <p:cNvSpPr>
            <a:spLocks noGrp="1" noRot="1"/>
          </p:cNvSpPr>
          <p:nvPr>
            <p:ph idx="1"/>
          </p:nvPr>
        </p:nvSpPr>
        <p:spPr>
          <a:xfrm>
            <a:off x="146050" y="609600"/>
            <a:ext cx="8540750" cy="5489575"/>
          </a:xfrm>
        </p:spPr>
        <p:txBody>
          <a:bodyPr vert="horz" wrap="square" lIns="91440" tIns="45720" rIns="91440" bIns="45720" anchor="t" anchorCtr="0"/>
          <a:lstStyle/>
          <a:p>
            <a:pPr eaLnBrk="1" hangingPunct="1">
              <a:buNone/>
            </a:pPr>
            <a:r>
              <a:rPr lang="zh-CN" altLang="en-US" sz="2800" b="1" dirty="0">
                <a:solidFill>
                  <a:srgbClr val="000000"/>
                </a:solidFill>
                <a:latin typeface="Times New Roman" panose="02020603050405020304" pitchFamily="18" charset="0"/>
              </a:rPr>
              <a:t>性质1：</a:t>
            </a:r>
          </a:p>
          <a:p>
            <a:pPr eaLnBrk="1" hangingPunct="1">
              <a:buNone/>
            </a:pPr>
            <a:endParaRPr lang="zh-CN" altLang="en-US" sz="2800" b="1" dirty="0">
              <a:solidFill>
                <a:srgbClr val="000000"/>
              </a:solidFill>
              <a:latin typeface="Times New Roman" panose="02020603050405020304" pitchFamily="18" charset="0"/>
            </a:endParaRPr>
          </a:p>
          <a:p>
            <a:pPr eaLnBrk="1" hangingPunct="1">
              <a:buNone/>
            </a:pPr>
            <a:endParaRPr lang="zh-CN" altLang="en-US" sz="2800" b="1" dirty="0">
              <a:solidFill>
                <a:srgbClr val="000000"/>
              </a:solidFill>
              <a:latin typeface="Times New Roman" panose="02020603050405020304" pitchFamily="18" charset="0"/>
            </a:endParaRPr>
          </a:p>
          <a:p>
            <a:pPr eaLnBrk="1" hangingPunct="1">
              <a:buNone/>
            </a:pPr>
            <a:r>
              <a:rPr lang="zh-CN" altLang="en-US" sz="2800" b="1" dirty="0">
                <a:solidFill>
                  <a:srgbClr val="000000"/>
                </a:solidFill>
                <a:latin typeface="Times New Roman" panose="02020603050405020304" pitchFamily="18" charset="0"/>
              </a:rPr>
              <a:t>当            和            时：</a:t>
            </a:r>
          </a:p>
          <a:p>
            <a:pPr eaLnBrk="1" hangingPunct="1">
              <a:buNone/>
            </a:pPr>
            <a:endParaRPr lang="zh-CN" altLang="en-US" sz="2800" b="1" dirty="0">
              <a:solidFill>
                <a:srgbClr val="0000FF"/>
              </a:solidFill>
              <a:latin typeface="Times New Roman" panose="02020603050405020304" pitchFamily="18" charset="0"/>
            </a:endParaRPr>
          </a:p>
          <a:p>
            <a:pPr eaLnBrk="1" hangingPunct="1">
              <a:buNone/>
            </a:pPr>
            <a:r>
              <a:rPr lang="zh-CN" altLang="en-US" sz="2800" b="1" dirty="0">
                <a:solidFill>
                  <a:srgbClr val="0000FF"/>
                </a:solidFill>
                <a:latin typeface="Times New Roman" panose="02020603050405020304" pitchFamily="18" charset="0"/>
              </a:rPr>
              <a:t>证明：</a:t>
            </a:r>
          </a:p>
        </p:txBody>
      </p:sp>
      <p:graphicFrame>
        <p:nvGraphicFramePr>
          <p:cNvPr id="11266" name="Object 23"/>
          <p:cNvGraphicFramePr>
            <a:graphicFrameLocks noChangeAspect="1"/>
          </p:cNvGraphicFramePr>
          <p:nvPr/>
        </p:nvGraphicFramePr>
        <p:xfrm>
          <a:off x="1676400" y="914400"/>
          <a:ext cx="3419475" cy="593725"/>
        </p:xfrm>
        <a:graphic>
          <a:graphicData uri="http://schemas.openxmlformats.org/presentationml/2006/ole">
            <mc:AlternateContent xmlns:mc="http://schemas.openxmlformats.org/markup-compatibility/2006">
              <mc:Choice xmlns:v="urn:schemas-microsoft-com:vml" Requires="v">
                <p:oleObj r:id="rId2" imgW="1371600" imgH="241300" progId="Equation.3">
                  <p:embed/>
                </p:oleObj>
              </mc:Choice>
              <mc:Fallback>
                <p:oleObj r:id="rId2" imgW="1371600" imgH="241300" progId="Equation.3">
                  <p:embed/>
                  <p:pic>
                    <p:nvPicPr>
                      <p:cNvPr id="0" name="图片 3121"/>
                      <p:cNvPicPr/>
                      <p:nvPr/>
                    </p:nvPicPr>
                    <p:blipFill>
                      <a:blip r:embed="rId3"/>
                      <a:stretch>
                        <a:fillRect/>
                      </a:stretch>
                    </p:blipFill>
                    <p:spPr>
                      <a:xfrm>
                        <a:off x="1676400" y="914400"/>
                        <a:ext cx="3419475" cy="593725"/>
                      </a:xfrm>
                      <a:prstGeom prst="rect">
                        <a:avLst/>
                      </a:prstGeom>
                      <a:noFill/>
                      <a:ln w="38100">
                        <a:noFill/>
                        <a:miter/>
                      </a:ln>
                    </p:spPr>
                  </p:pic>
                </p:oleObj>
              </mc:Fallback>
            </mc:AlternateContent>
          </a:graphicData>
        </a:graphic>
      </p:graphicFrame>
      <p:graphicFrame>
        <p:nvGraphicFramePr>
          <p:cNvPr id="11267" name="Object 22"/>
          <p:cNvGraphicFramePr>
            <a:graphicFrameLocks noChangeAspect="1"/>
          </p:cNvGraphicFramePr>
          <p:nvPr/>
        </p:nvGraphicFramePr>
        <p:xfrm>
          <a:off x="1616075" y="1524000"/>
          <a:ext cx="3870325" cy="593725"/>
        </p:xfrm>
        <a:graphic>
          <a:graphicData uri="http://schemas.openxmlformats.org/presentationml/2006/ole">
            <mc:AlternateContent xmlns:mc="http://schemas.openxmlformats.org/markup-compatibility/2006">
              <mc:Choice xmlns:v="urn:schemas-microsoft-com:vml" Requires="v">
                <p:oleObj r:id="rId4" imgW="1548765" imgH="241300" progId="Equation.3">
                  <p:embed/>
                </p:oleObj>
              </mc:Choice>
              <mc:Fallback>
                <p:oleObj r:id="rId4" imgW="1548765" imgH="241300" progId="Equation.3">
                  <p:embed/>
                  <p:pic>
                    <p:nvPicPr>
                      <p:cNvPr id="0" name="图片 3112"/>
                      <p:cNvPicPr/>
                      <p:nvPr/>
                    </p:nvPicPr>
                    <p:blipFill>
                      <a:blip r:embed="rId5"/>
                      <a:stretch>
                        <a:fillRect/>
                      </a:stretch>
                    </p:blipFill>
                    <p:spPr>
                      <a:xfrm>
                        <a:off x="1616075" y="1524000"/>
                        <a:ext cx="3870325" cy="593725"/>
                      </a:xfrm>
                      <a:prstGeom prst="rect">
                        <a:avLst/>
                      </a:prstGeom>
                      <a:noFill/>
                      <a:ln w="38100">
                        <a:noFill/>
                        <a:miter/>
                      </a:ln>
                    </p:spPr>
                  </p:pic>
                </p:oleObj>
              </mc:Fallback>
            </mc:AlternateContent>
          </a:graphicData>
        </a:graphic>
      </p:graphicFrame>
      <p:graphicFrame>
        <p:nvGraphicFramePr>
          <p:cNvPr id="11268" name="Object 21"/>
          <p:cNvGraphicFramePr>
            <a:graphicFrameLocks noChangeAspect="1"/>
          </p:cNvGraphicFramePr>
          <p:nvPr/>
        </p:nvGraphicFramePr>
        <p:xfrm>
          <a:off x="533400" y="2133600"/>
          <a:ext cx="1163638" cy="569913"/>
        </p:xfrm>
        <a:graphic>
          <a:graphicData uri="http://schemas.openxmlformats.org/presentationml/2006/ole">
            <mc:AlternateContent xmlns:mc="http://schemas.openxmlformats.org/markup-compatibility/2006">
              <mc:Choice xmlns:v="urn:schemas-microsoft-com:vml" Requires="v">
                <p:oleObj r:id="rId6" imgW="469900" imgH="228600" progId="Equation.3">
                  <p:embed/>
                </p:oleObj>
              </mc:Choice>
              <mc:Fallback>
                <p:oleObj r:id="rId6" imgW="469900" imgH="228600" progId="Equation.3">
                  <p:embed/>
                  <p:pic>
                    <p:nvPicPr>
                      <p:cNvPr id="0" name="图片 3117"/>
                      <p:cNvPicPr/>
                      <p:nvPr/>
                    </p:nvPicPr>
                    <p:blipFill>
                      <a:blip r:embed="rId7"/>
                      <a:stretch>
                        <a:fillRect/>
                      </a:stretch>
                    </p:blipFill>
                    <p:spPr>
                      <a:xfrm>
                        <a:off x="533400" y="2133600"/>
                        <a:ext cx="1163638" cy="569913"/>
                      </a:xfrm>
                      <a:prstGeom prst="rect">
                        <a:avLst/>
                      </a:prstGeom>
                      <a:noFill/>
                      <a:ln w="38100">
                        <a:noFill/>
                        <a:miter/>
                      </a:ln>
                    </p:spPr>
                  </p:pic>
                </p:oleObj>
              </mc:Fallback>
            </mc:AlternateContent>
          </a:graphicData>
        </a:graphic>
      </p:graphicFrame>
      <p:graphicFrame>
        <p:nvGraphicFramePr>
          <p:cNvPr id="11269" name="Object 20"/>
          <p:cNvGraphicFramePr>
            <a:graphicFrameLocks noChangeAspect="1"/>
          </p:cNvGraphicFramePr>
          <p:nvPr/>
        </p:nvGraphicFramePr>
        <p:xfrm>
          <a:off x="1981200" y="2149475"/>
          <a:ext cx="1163638" cy="593725"/>
        </p:xfrm>
        <a:graphic>
          <a:graphicData uri="http://schemas.openxmlformats.org/presentationml/2006/ole">
            <mc:AlternateContent xmlns:mc="http://schemas.openxmlformats.org/markup-compatibility/2006">
              <mc:Choice xmlns:v="urn:schemas-microsoft-com:vml" Requires="v">
                <p:oleObj r:id="rId8" imgW="469900" imgH="241300" progId="Equation.3">
                  <p:embed/>
                </p:oleObj>
              </mc:Choice>
              <mc:Fallback>
                <p:oleObj r:id="rId8" imgW="469900" imgH="241300" progId="Equation.3">
                  <p:embed/>
                  <p:pic>
                    <p:nvPicPr>
                      <p:cNvPr id="0" name="图片 3106"/>
                      <p:cNvPicPr/>
                      <p:nvPr/>
                    </p:nvPicPr>
                    <p:blipFill>
                      <a:blip r:embed="rId9"/>
                      <a:stretch>
                        <a:fillRect/>
                      </a:stretch>
                    </p:blipFill>
                    <p:spPr>
                      <a:xfrm>
                        <a:off x="1981200" y="2149475"/>
                        <a:ext cx="1163638" cy="593725"/>
                      </a:xfrm>
                      <a:prstGeom prst="rect">
                        <a:avLst/>
                      </a:prstGeom>
                      <a:noFill/>
                      <a:ln w="38100">
                        <a:noFill/>
                        <a:miter/>
                      </a:ln>
                    </p:spPr>
                  </p:pic>
                </p:oleObj>
              </mc:Fallback>
            </mc:AlternateContent>
          </a:graphicData>
        </a:graphic>
      </p:graphicFrame>
      <p:graphicFrame>
        <p:nvGraphicFramePr>
          <p:cNvPr id="11270" name="Object 19"/>
          <p:cNvGraphicFramePr>
            <a:graphicFrameLocks noChangeAspect="1"/>
          </p:cNvGraphicFramePr>
          <p:nvPr/>
        </p:nvGraphicFramePr>
        <p:xfrm>
          <a:off x="3657600" y="2133600"/>
          <a:ext cx="2565400" cy="569913"/>
        </p:xfrm>
        <a:graphic>
          <a:graphicData uri="http://schemas.openxmlformats.org/presentationml/2006/ole">
            <mc:AlternateContent xmlns:mc="http://schemas.openxmlformats.org/markup-compatibility/2006">
              <mc:Choice xmlns:v="urn:schemas-microsoft-com:vml" Requires="v">
                <p:oleObj r:id="rId10" imgW="1028700" imgH="228600" progId="Equation.3">
                  <p:embed/>
                </p:oleObj>
              </mc:Choice>
              <mc:Fallback>
                <p:oleObj r:id="rId10" imgW="1028700" imgH="228600" progId="Equation.3">
                  <p:embed/>
                  <p:pic>
                    <p:nvPicPr>
                      <p:cNvPr id="0" name="图片 3122"/>
                      <p:cNvPicPr/>
                      <p:nvPr/>
                    </p:nvPicPr>
                    <p:blipFill>
                      <a:blip r:embed="rId11"/>
                      <a:stretch>
                        <a:fillRect/>
                      </a:stretch>
                    </p:blipFill>
                    <p:spPr>
                      <a:xfrm>
                        <a:off x="3657600" y="2133600"/>
                        <a:ext cx="2565400" cy="569913"/>
                      </a:xfrm>
                      <a:prstGeom prst="rect">
                        <a:avLst/>
                      </a:prstGeom>
                      <a:noFill/>
                      <a:ln w="38100">
                        <a:noFill/>
                        <a:miter/>
                      </a:ln>
                    </p:spPr>
                  </p:pic>
                </p:oleObj>
              </mc:Fallback>
            </mc:AlternateContent>
          </a:graphicData>
        </a:graphic>
      </p:graphicFrame>
      <p:graphicFrame>
        <p:nvGraphicFramePr>
          <p:cNvPr id="11271" name="Object 18"/>
          <p:cNvGraphicFramePr>
            <a:graphicFrameLocks noChangeAspect="1"/>
          </p:cNvGraphicFramePr>
          <p:nvPr/>
        </p:nvGraphicFramePr>
        <p:xfrm>
          <a:off x="6330950" y="2133600"/>
          <a:ext cx="2660650" cy="593725"/>
        </p:xfrm>
        <a:graphic>
          <a:graphicData uri="http://schemas.openxmlformats.org/presentationml/2006/ole">
            <mc:AlternateContent xmlns:mc="http://schemas.openxmlformats.org/markup-compatibility/2006">
              <mc:Choice xmlns:v="urn:schemas-microsoft-com:vml" Requires="v">
                <p:oleObj r:id="rId12" imgW="1066800" imgH="241300" progId="Equation.3">
                  <p:embed/>
                </p:oleObj>
              </mc:Choice>
              <mc:Fallback>
                <p:oleObj r:id="rId12" imgW="1066800" imgH="241300" progId="Equation.3">
                  <p:embed/>
                  <p:pic>
                    <p:nvPicPr>
                      <p:cNvPr id="0" name="图片 3107"/>
                      <p:cNvPicPr/>
                      <p:nvPr/>
                    </p:nvPicPr>
                    <p:blipFill>
                      <a:blip r:embed="rId13"/>
                      <a:stretch>
                        <a:fillRect/>
                      </a:stretch>
                    </p:blipFill>
                    <p:spPr>
                      <a:xfrm>
                        <a:off x="6330950" y="2133600"/>
                        <a:ext cx="2660650" cy="593725"/>
                      </a:xfrm>
                      <a:prstGeom prst="rect">
                        <a:avLst/>
                      </a:prstGeom>
                      <a:noFill/>
                      <a:ln w="38100">
                        <a:noFill/>
                        <a:miter/>
                      </a:ln>
                    </p:spPr>
                  </p:pic>
                </p:oleObj>
              </mc:Fallback>
            </mc:AlternateContent>
          </a:graphicData>
        </a:graphic>
      </p:graphicFrame>
      <p:graphicFrame>
        <p:nvGraphicFramePr>
          <p:cNvPr id="11272" name="Object 17"/>
          <p:cNvGraphicFramePr>
            <a:graphicFrameLocks noChangeAspect="1"/>
          </p:cNvGraphicFramePr>
          <p:nvPr/>
        </p:nvGraphicFramePr>
        <p:xfrm>
          <a:off x="1143000" y="3810000"/>
          <a:ext cx="5029200" cy="593725"/>
        </p:xfrm>
        <a:graphic>
          <a:graphicData uri="http://schemas.openxmlformats.org/presentationml/2006/ole">
            <mc:AlternateContent xmlns:mc="http://schemas.openxmlformats.org/markup-compatibility/2006">
              <mc:Choice xmlns:v="urn:schemas-microsoft-com:vml" Requires="v">
                <p:oleObj r:id="rId14" imgW="2019300" imgH="241300" progId="Equation.DSMT4">
                  <p:embed/>
                </p:oleObj>
              </mc:Choice>
              <mc:Fallback>
                <p:oleObj r:id="rId14" imgW="2019300" imgH="241300" progId="Equation.DSMT4">
                  <p:embed/>
                  <p:pic>
                    <p:nvPicPr>
                      <p:cNvPr id="0" name="图片 3108"/>
                      <p:cNvPicPr/>
                      <p:nvPr/>
                    </p:nvPicPr>
                    <p:blipFill>
                      <a:blip r:embed="rId15"/>
                      <a:stretch>
                        <a:fillRect/>
                      </a:stretch>
                    </p:blipFill>
                    <p:spPr>
                      <a:xfrm>
                        <a:off x="1143000" y="3810000"/>
                        <a:ext cx="5029200" cy="593725"/>
                      </a:xfrm>
                      <a:prstGeom prst="rect">
                        <a:avLst/>
                      </a:prstGeom>
                      <a:noFill/>
                      <a:ln w="38100">
                        <a:noFill/>
                        <a:miter/>
                      </a:ln>
                    </p:spPr>
                  </p:pic>
                </p:oleObj>
              </mc:Fallback>
            </mc:AlternateContent>
          </a:graphicData>
        </a:graphic>
      </p:graphicFrame>
      <p:graphicFrame>
        <p:nvGraphicFramePr>
          <p:cNvPr id="11273" name="Object 16"/>
          <p:cNvGraphicFramePr>
            <a:graphicFrameLocks noChangeAspect="1"/>
          </p:cNvGraphicFramePr>
          <p:nvPr/>
        </p:nvGraphicFramePr>
        <p:xfrm>
          <a:off x="2268538" y="4419600"/>
          <a:ext cx="5629275" cy="593725"/>
        </p:xfrm>
        <a:graphic>
          <a:graphicData uri="http://schemas.openxmlformats.org/presentationml/2006/ole">
            <mc:AlternateContent xmlns:mc="http://schemas.openxmlformats.org/markup-compatibility/2006">
              <mc:Choice xmlns:v="urn:schemas-microsoft-com:vml" Requires="v">
                <p:oleObj r:id="rId16" imgW="2260600" imgH="241300" progId="Equation.DSMT4">
                  <p:embed/>
                </p:oleObj>
              </mc:Choice>
              <mc:Fallback>
                <p:oleObj r:id="rId16" imgW="2260600" imgH="241300" progId="Equation.DSMT4">
                  <p:embed/>
                  <p:pic>
                    <p:nvPicPr>
                      <p:cNvPr id="0" name="图片 3109"/>
                      <p:cNvPicPr/>
                      <p:nvPr/>
                    </p:nvPicPr>
                    <p:blipFill>
                      <a:blip r:embed="rId17"/>
                      <a:stretch>
                        <a:fillRect/>
                      </a:stretch>
                    </p:blipFill>
                    <p:spPr>
                      <a:xfrm>
                        <a:off x="2268538" y="4419600"/>
                        <a:ext cx="5629275" cy="593725"/>
                      </a:xfrm>
                      <a:prstGeom prst="rect">
                        <a:avLst/>
                      </a:prstGeom>
                      <a:noFill/>
                      <a:ln w="38100">
                        <a:noFill/>
                        <a:miter/>
                      </a:ln>
                    </p:spPr>
                  </p:pic>
                </p:oleObj>
              </mc:Fallback>
            </mc:AlternateContent>
          </a:graphicData>
        </a:graphic>
      </p:graphicFrame>
      <p:graphicFrame>
        <p:nvGraphicFramePr>
          <p:cNvPr id="11274" name="Object 15"/>
          <p:cNvGraphicFramePr>
            <a:graphicFrameLocks noChangeAspect="1"/>
          </p:cNvGraphicFramePr>
          <p:nvPr/>
        </p:nvGraphicFramePr>
        <p:xfrm>
          <a:off x="2286000" y="5045075"/>
          <a:ext cx="4916488" cy="593725"/>
        </p:xfrm>
        <a:graphic>
          <a:graphicData uri="http://schemas.openxmlformats.org/presentationml/2006/ole">
            <mc:AlternateContent xmlns:mc="http://schemas.openxmlformats.org/markup-compatibility/2006">
              <mc:Choice xmlns:v="urn:schemas-microsoft-com:vml" Requires="v">
                <p:oleObj r:id="rId18" imgW="1968500" imgH="241300" progId="Equation.DSMT4">
                  <p:embed/>
                </p:oleObj>
              </mc:Choice>
              <mc:Fallback>
                <p:oleObj r:id="rId18" imgW="1968500" imgH="241300" progId="Equation.DSMT4">
                  <p:embed/>
                  <p:pic>
                    <p:nvPicPr>
                      <p:cNvPr id="0" name="图片 3110"/>
                      <p:cNvPicPr/>
                      <p:nvPr/>
                    </p:nvPicPr>
                    <p:blipFill>
                      <a:blip r:embed="rId19"/>
                      <a:stretch>
                        <a:fillRect/>
                      </a:stretch>
                    </p:blipFill>
                    <p:spPr>
                      <a:xfrm>
                        <a:off x="2286000" y="5045075"/>
                        <a:ext cx="4916488" cy="593725"/>
                      </a:xfrm>
                      <a:prstGeom prst="rect">
                        <a:avLst/>
                      </a:prstGeom>
                      <a:noFill/>
                      <a:ln w="38100">
                        <a:noFill/>
                        <a:miter/>
                      </a:ln>
                    </p:spPr>
                  </p:pic>
                </p:oleObj>
              </mc:Fallback>
            </mc:AlternateContent>
          </a:graphicData>
        </a:graphic>
      </p:graphicFrame>
      <p:graphicFrame>
        <p:nvGraphicFramePr>
          <p:cNvPr id="11275" name="Object 14"/>
          <p:cNvGraphicFramePr>
            <a:graphicFrameLocks noChangeAspect="1"/>
          </p:cNvGraphicFramePr>
          <p:nvPr/>
        </p:nvGraphicFramePr>
        <p:xfrm>
          <a:off x="2286000" y="5654675"/>
          <a:ext cx="2184400" cy="593725"/>
        </p:xfrm>
        <a:graphic>
          <a:graphicData uri="http://schemas.openxmlformats.org/presentationml/2006/ole">
            <mc:AlternateContent xmlns:mc="http://schemas.openxmlformats.org/markup-compatibility/2006">
              <mc:Choice xmlns:v="urn:schemas-microsoft-com:vml" Requires="v">
                <p:oleObj r:id="rId20" imgW="876300" imgH="241300" progId="Equation.DSMT4">
                  <p:embed/>
                </p:oleObj>
              </mc:Choice>
              <mc:Fallback>
                <p:oleObj r:id="rId20" imgW="876300" imgH="241300" progId="Equation.DSMT4">
                  <p:embed/>
                  <p:pic>
                    <p:nvPicPr>
                      <p:cNvPr id="0" name="图片 3111"/>
                      <p:cNvPicPr/>
                      <p:nvPr/>
                    </p:nvPicPr>
                    <p:blipFill>
                      <a:blip r:embed="rId21"/>
                      <a:stretch>
                        <a:fillRect/>
                      </a:stretch>
                    </p:blipFill>
                    <p:spPr>
                      <a:xfrm>
                        <a:off x="2286000" y="5654675"/>
                        <a:ext cx="2184400" cy="593725"/>
                      </a:xfrm>
                      <a:prstGeom prst="rect">
                        <a:avLst/>
                      </a:prstGeom>
                      <a:noFill/>
                      <a:ln w="38100">
                        <a:noFill/>
                        <a:miter/>
                      </a:ln>
                    </p:spPr>
                  </p:pic>
                </p:oleObj>
              </mc:Fallback>
            </mc:AlternateContent>
          </a:graphicData>
        </a:graphic>
      </p:graphicFrame>
      <p:sp>
        <p:nvSpPr>
          <p:cNvPr id="11277"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16</a:t>
            </a:fld>
            <a:endParaRPr lang="zh-CN" alt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0" name="Object 13"/>
          <p:cNvGraphicFramePr>
            <a:graphicFrameLocks noChangeAspect="1"/>
          </p:cNvGraphicFramePr>
          <p:nvPr/>
        </p:nvGraphicFramePr>
        <p:xfrm>
          <a:off x="3886200" y="723900"/>
          <a:ext cx="2287588" cy="571500"/>
        </p:xfrm>
        <a:graphic>
          <a:graphicData uri="http://schemas.openxmlformats.org/presentationml/2006/ole">
            <mc:AlternateContent xmlns:mc="http://schemas.openxmlformats.org/markup-compatibility/2006">
              <mc:Choice xmlns:v="urn:schemas-microsoft-com:vml" Requires="v">
                <p:oleObj r:id="rId2" imgW="951865" imgH="241300" progId="Equation.3">
                  <p:embed/>
                </p:oleObj>
              </mc:Choice>
              <mc:Fallback>
                <p:oleObj r:id="rId2" imgW="951865" imgH="241300" progId="Equation.3">
                  <p:embed/>
                  <p:pic>
                    <p:nvPicPr>
                      <p:cNvPr id="0" name="图片 3128"/>
                      <p:cNvPicPr/>
                      <p:nvPr/>
                    </p:nvPicPr>
                    <p:blipFill>
                      <a:blip r:embed="rId3"/>
                      <a:stretch>
                        <a:fillRect/>
                      </a:stretch>
                    </p:blipFill>
                    <p:spPr>
                      <a:xfrm>
                        <a:off x="3886200" y="723900"/>
                        <a:ext cx="2287588" cy="571500"/>
                      </a:xfrm>
                      <a:prstGeom prst="rect">
                        <a:avLst/>
                      </a:prstGeom>
                      <a:noFill/>
                      <a:ln w="38100">
                        <a:noFill/>
                        <a:miter/>
                      </a:ln>
                    </p:spPr>
                  </p:pic>
                </p:oleObj>
              </mc:Fallback>
            </mc:AlternateContent>
          </a:graphicData>
        </a:graphic>
      </p:graphicFrame>
      <p:graphicFrame>
        <p:nvGraphicFramePr>
          <p:cNvPr id="12291" name="Object 12"/>
          <p:cNvGraphicFramePr>
            <a:graphicFrameLocks noChangeAspect="1"/>
          </p:cNvGraphicFramePr>
          <p:nvPr/>
        </p:nvGraphicFramePr>
        <p:xfrm>
          <a:off x="1447800" y="723900"/>
          <a:ext cx="1830388" cy="571500"/>
        </p:xfrm>
        <a:graphic>
          <a:graphicData uri="http://schemas.openxmlformats.org/presentationml/2006/ole">
            <mc:AlternateContent xmlns:mc="http://schemas.openxmlformats.org/markup-compatibility/2006">
              <mc:Choice xmlns:v="urn:schemas-microsoft-com:vml" Requires="v">
                <p:oleObj r:id="rId4" imgW="761365" imgH="241300" progId="Equation.3">
                  <p:embed/>
                </p:oleObj>
              </mc:Choice>
              <mc:Fallback>
                <p:oleObj r:id="rId4" imgW="761365" imgH="241300" progId="Equation.3">
                  <p:embed/>
                  <p:pic>
                    <p:nvPicPr>
                      <p:cNvPr id="0" name="图片 3131"/>
                      <p:cNvPicPr/>
                      <p:nvPr/>
                    </p:nvPicPr>
                    <p:blipFill>
                      <a:blip r:embed="rId5"/>
                      <a:stretch>
                        <a:fillRect/>
                      </a:stretch>
                    </p:blipFill>
                    <p:spPr>
                      <a:xfrm>
                        <a:off x="1447800" y="723900"/>
                        <a:ext cx="1830388" cy="571500"/>
                      </a:xfrm>
                      <a:prstGeom prst="rect">
                        <a:avLst/>
                      </a:prstGeom>
                      <a:noFill/>
                      <a:ln w="38100">
                        <a:noFill/>
                        <a:miter/>
                      </a:ln>
                    </p:spPr>
                  </p:pic>
                </p:oleObj>
              </mc:Fallback>
            </mc:AlternateContent>
          </a:graphicData>
        </a:graphic>
      </p:graphicFrame>
      <p:graphicFrame>
        <p:nvGraphicFramePr>
          <p:cNvPr id="12292" name="Object 11"/>
          <p:cNvGraphicFramePr>
            <a:graphicFrameLocks noChangeAspect="1"/>
          </p:cNvGraphicFramePr>
          <p:nvPr/>
        </p:nvGraphicFramePr>
        <p:xfrm>
          <a:off x="1390650" y="1524000"/>
          <a:ext cx="3867150" cy="549275"/>
        </p:xfrm>
        <a:graphic>
          <a:graphicData uri="http://schemas.openxmlformats.org/presentationml/2006/ole">
            <mc:AlternateContent xmlns:mc="http://schemas.openxmlformats.org/markup-compatibility/2006">
              <mc:Choice xmlns:v="urn:schemas-microsoft-com:vml" Requires="v">
                <p:oleObj r:id="rId6" imgW="1612900" imgH="228600" progId="Equation.DSMT4">
                  <p:embed/>
                </p:oleObj>
              </mc:Choice>
              <mc:Fallback>
                <p:oleObj r:id="rId6" imgW="1612900" imgH="228600" progId="Equation.DSMT4">
                  <p:embed/>
                  <p:pic>
                    <p:nvPicPr>
                      <p:cNvPr id="0" name="图片 3127"/>
                      <p:cNvPicPr/>
                      <p:nvPr/>
                    </p:nvPicPr>
                    <p:blipFill>
                      <a:blip r:embed="rId7"/>
                      <a:stretch>
                        <a:fillRect/>
                      </a:stretch>
                    </p:blipFill>
                    <p:spPr>
                      <a:xfrm>
                        <a:off x="1390650" y="1524000"/>
                        <a:ext cx="3867150" cy="549275"/>
                      </a:xfrm>
                      <a:prstGeom prst="rect">
                        <a:avLst/>
                      </a:prstGeom>
                      <a:noFill/>
                      <a:ln w="38100">
                        <a:noFill/>
                        <a:miter/>
                      </a:ln>
                    </p:spPr>
                  </p:pic>
                </p:oleObj>
              </mc:Fallback>
            </mc:AlternateContent>
          </a:graphicData>
        </a:graphic>
      </p:graphicFrame>
      <p:graphicFrame>
        <p:nvGraphicFramePr>
          <p:cNvPr id="12293" name="Object 10"/>
          <p:cNvGraphicFramePr>
            <a:graphicFrameLocks noChangeAspect="1"/>
          </p:cNvGraphicFramePr>
          <p:nvPr/>
        </p:nvGraphicFramePr>
        <p:xfrm>
          <a:off x="1371600" y="2057400"/>
          <a:ext cx="3200400" cy="571500"/>
        </p:xfrm>
        <a:graphic>
          <a:graphicData uri="http://schemas.openxmlformats.org/presentationml/2006/ole">
            <mc:AlternateContent xmlns:mc="http://schemas.openxmlformats.org/markup-compatibility/2006">
              <mc:Choice xmlns:v="urn:schemas-microsoft-com:vml" Requires="v">
                <p:oleObj r:id="rId8" imgW="1333500" imgH="241300" progId="Equation.DSMT4">
                  <p:embed/>
                </p:oleObj>
              </mc:Choice>
              <mc:Fallback>
                <p:oleObj r:id="rId8" imgW="1333500" imgH="241300" progId="Equation.DSMT4">
                  <p:embed/>
                  <p:pic>
                    <p:nvPicPr>
                      <p:cNvPr id="0" name="图片 3135"/>
                      <p:cNvPicPr/>
                      <p:nvPr/>
                    </p:nvPicPr>
                    <p:blipFill>
                      <a:blip r:embed="rId9"/>
                      <a:stretch>
                        <a:fillRect/>
                      </a:stretch>
                    </p:blipFill>
                    <p:spPr>
                      <a:xfrm>
                        <a:off x="1371600" y="2057400"/>
                        <a:ext cx="3200400" cy="571500"/>
                      </a:xfrm>
                      <a:prstGeom prst="rect">
                        <a:avLst/>
                      </a:prstGeom>
                      <a:noFill/>
                      <a:ln w="38100">
                        <a:noFill/>
                        <a:miter/>
                      </a:ln>
                    </p:spPr>
                  </p:pic>
                </p:oleObj>
              </mc:Fallback>
            </mc:AlternateContent>
          </a:graphicData>
        </a:graphic>
      </p:graphicFrame>
      <p:sp>
        <p:nvSpPr>
          <p:cNvPr id="12304" name="Rectangle 15"/>
          <p:cNvSpPr>
            <a:spLocks noRot="1"/>
          </p:cNvSpPr>
          <p:nvPr/>
        </p:nvSpPr>
        <p:spPr>
          <a:xfrm>
            <a:off x="146050" y="609600"/>
            <a:ext cx="8540750" cy="5489575"/>
          </a:xfrm>
          <a:prstGeom prst="rect">
            <a:avLst/>
          </a:prstGeom>
          <a:noFill/>
          <a:ln w="9525">
            <a:noFill/>
          </a:ln>
        </p:spPr>
        <p:txBody>
          <a:bodyPr/>
          <a:lstStyle/>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性质2：</a:t>
            </a: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FF"/>
                </a:solidFill>
                <a:latin typeface="微软雅黑" panose="020B0503020204020204" pitchFamily="34" charset="-122"/>
                <a:ea typeface="微软雅黑" panose="020B0503020204020204" pitchFamily="34" charset="-122"/>
              </a:rPr>
              <a:t>证明：</a:t>
            </a:r>
          </a:p>
          <a:p>
            <a:pPr marL="342900" indent="-342900" eaLnBrk="1" hangingPunct="1">
              <a:lnSpc>
                <a:spcPct val="140000"/>
              </a:lnSpc>
              <a:spcBef>
                <a:spcPct val="20000"/>
              </a:spcBef>
              <a:buClr>
                <a:schemeClr val="hlink"/>
              </a:buClr>
              <a:buSzPct val="75000"/>
              <a:buFont typeface="Wingdings" panose="05000000000000000000" pitchFamily="2" charset="2"/>
            </a:pPr>
            <a:endParaRPr lang="zh-CN" altLang="en-US" sz="2800" b="1" dirty="0">
              <a:solidFill>
                <a:srgbClr val="0000FF"/>
              </a:solidFill>
              <a:latin typeface="微软雅黑" panose="020B0503020204020204" pitchFamily="34" charset="-122"/>
              <a:ea typeface="微软雅黑" panose="020B0503020204020204" pitchFamily="34" charset="-122"/>
            </a:endParaRP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性质3：</a:t>
            </a:r>
          </a:p>
          <a:p>
            <a:pPr marL="342900" indent="-342900" eaLnBrk="1" hangingPunct="1">
              <a:lnSpc>
                <a:spcPct val="14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FF"/>
                </a:solidFill>
                <a:latin typeface="微软雅黑" panose="020B0503020204020204" pitchFamily="34" charset="-122"/>
                <a:ea typeface="微软雅黑" panose="020B0503020204020204" pitchFamily="34" charset="-122"/>
              </a:rPr>
              <a:t>证明：</a:t>
            </a:r>
          </a:p>
        </p:txBody>
      </p:sp>
      <p:graphicFrame>
        <p:nvGraphicFramePr>
          <p:cNvPr id="12294" name="Object 19"/>
          <p:cNvGraphicFramePr>
            <a:graphicFrameLocks noChangeAspect="1"/>
          </p:cNvGraphicFramePr>
          <p:nvPr/>
        </p:nvGraphicFramePr>
        <p:xfrm>
          <a:off x="1447800" y="2819400"/>
          <a:ext cx="2895600" cy="579438"/>
        </p:xfrm>
        <a:graphic>
          <a:graphicData uri="http://schemas.openxmlformats.org/presentationml/2006/ole">
            <mc:AlternateContent xmlns:mc="http://schemas.openxmlformats.org/markup-compatibility/2006">
              <mc:Choice xmlns:v="urn:schemas-microsoft-com:vml" Requires="v">
                <p:oleObj r:id="rId10" imgW="1143000" imgH="228600" progId="Equation.3">
                  <p:embed/>
                </p:oleObj>
              </mc:Choice>
              <mc:Fallback>
                <p:oleObj r:id="rId10" imgW="1143000" imgH="228600" progId="Equation.3">
                  <p:embed/>
                  <p:pic>
                    <p:nvPicPr>
                      <p:cNvPr id="0" name="图片 3142"/>
                      <p:cNvPicPr/>
                      <p:nvPr/>
                    </p:nvPicPr>
                    <p:blipFill>
                      <a:blip r:embed="rId11"/>
                      <a:stretch>
                        <a:fillRect/>
                      </a:stretch>
                    </p:blipFill>
                    <p:spPr>
                      <a:xfrm>
                        <a:off x="1447800" y="2819400"/>
                        <a:ext cx="2895600" cy="579438"/>
                      </a:xfrm>
                      <a:prstGeom prst="rect">
                        <a:avLst/>
                      </a:prstGeom>
                      <a:noFill/>
                      <a:ln w="38100">
                        <a:noFill/>
                        <a:miter/>
                      </a:ln>
                    </p:spPr>
                  </p:pic>
                </p:oleObj>
              </mc:Fallback>
            </mc:AlternateContent>
          </a:graphicData>
        </a:graphic>
      </p:graphicFrame>
      <p:graphicFrame>
        <p:nvGraphicFramePr>
          <p:cNvPr id="12295" name="Object 18"/>
          <p:cNvGraphicFramePr>
            <a:graphicFrameLocks noChangeAspect="1"/>
          </p:cNvGraphicFramePr>
          <p:nvPr/>
        </p:nvGraphicFramePr>
        <p:xfrm>
          <a:off x="4953000" y="2819400"/>
          <a:ext cx="2921000" cy="579438"/>
        </p:xfrm>
        <a:graphic>
          <a:graphicData uri="http://schemas.openxmlformats.org/presentationml/2006/ole">
            <mc:AlternateContent xmlns:mc="http://schemas.openxmlformats.org/markup-compatibility/2006">
              <mc:Choice xmlns:v="urn:schemas-microsoft-com:vml" Requires="v">
                <p:oleObj r:id="rId12" imgW="1155700" imgH="228600" progId="Equation.3">
                  <p:embed/>
                </p:oleObj>
              </mc:Choice>
              <mc:Fallback>
                <p:oleObj r:id="rId12" imgW="1155700" imgH="228600" progId="Equation.3">
                  <p:embed/>
                  <p:pic>
                    <p:nvPicPr>
                      <p:cNvPr id="0" name="图片 3130"/>
                      <p:cNvPicPr/>
                      <p:nvPr/>
                    </p:nvPicPr>
                    <p:blipFill>
                      <a:blip r:embed="rId13"/>
                      <a:stretch>
                        <a:fillRect/>
                      </a:stretch>
                    </p:blipFill>
                    <p:spPr>
                      <a:xfrm>
                        <a:off x="4953000" y="2819400"/>
                        <a:ext cx="2921000" cy="579438"/>
                      </a:xfrm>
                      <a:prstGeom prst="rect">
                        <a:avLst/>
                      </a:prstGeom>
                      <a:noFill/>
                      <a:ln w="38100">
                        <a:noFill/>
                        <a:miter/>
                      </a:ln>
                    </p:spPr>
                  </p:pic>
                </p:oleObj>
              </mc:Fallback>
            </mc:AlternateContent>
          </a:graphicData>
        </a:graphic>
      </p:graphicFrame>
      <p:graphicFrame>
        <p:nvGraphicFramePr>
          <p:cNvPr id="12296" name="Object 17"/>
          <p:cNvGraphicFramePr>
            <a:graphicFrameLocks noChangeAspect="1"/>
          </p:cNvGraphicFramePr>
          <p:nvPr/>
        </p:nvGraphicFramePr>
        <p:xfrm>
          <a:off x="1403350" y="3429000"/>
          <a:ext cx="2919413" cy="603250"/>
        </p:xfrm>
        <a:graphic>
          <a:graphicData uri="http://schemas.openxmlformats.org/presentationml/2006/ole">
            <mc:AlternateContent xmlns:mc="http://schemas.openxmlformats.org/markup-compatibility/2006">
              <mc:Choice xmlns:v="urn:schemas-microsoft-com:vml" Requires="v">
                <p:oleObj r:id="rId14" imgW="1155700" imgH="241300" progId="Equation.3">
                  <p:embed/>
                </p:oleObj>
              </mc:Choice>
              <mc:Fallback>
                <p:oleObj r:id="rId14" imgW="1155700" imgH="241300" progId="Equation.3">
                  <p:embed/>
                  <p:pic>
                    <p:nvPicPr>
                      <p:cNvPr id="0" name="图片 3138"/>
                      <p:cNvPicPr/>
                      <p:nvPr/>
                    </p:nvPicPr>
                    <p:blipFill>
                      <a:blip r:embed="rId15"/>
                      <a:stretch>
                        <a:fillRect/>
                      </a:stretch>
                    </p:blipFill>
                    <p:spPr>
                      <a:xfrm>
                        <a:off x="1403350" y="3429000"/>
                        <a:ext cx="2919413" cy="603250"/>
                      </a:xfrm>
                      <a:prstGeom prst="rect">
                        <a:avLst/>
                      </a:prstGeom>
                      <a:noFill/>
                      <a:ln w="38100">
                        <a:noFill/>
                        <a:miter/>
                      </a:ln>
                    </p:spPr>
                  </p:pic>
                </p:oleObj>
              </mc:Fallback>
            </mc:AlternateContent>
          </a:graphicData>
        </a:graphic>
      </p:graphicFrame>
      <p:graphicFrame>
        <p:nvGraphicFramePr>
          <p:cNvPr id="12297" name="Object 16"/>
          <p:cNvGraphicFramePr>
            <a:graphicFrameLocks noChangeAspect="1"/>
          </p:cNvGraphicFramePr>
          <p:nvPr/>
        </p:nvGraphicFramePr>
        <p:xfrm>
          <a:off x="4953000" y="3429000"/>
          <a:ext cx="2968625" cy="603250"/>
        </p:xfrm>
        <a:graphic>
          <a:graphicData uri="http://schemas.openxmlformats.org/presentationml/2006/ole">
            <mc:AlternateContent xmlns:mc="http://schemas.openxmlformats.org/markup-compatibility/2006">
              <mc:Choice xmlns:v="urn:schemas-microsoft-com:vml" Requires="v">
                <p:oleObj r:id="rId16" imgW="1168400" imgH="241300" progId="Equation.3">
                  <p:embed/>
                </p:oleObj>
              </mc:Choice>
              <mc:Fallback>
                <p:oleObj r:id="rId16" imgW="1168400" imgH="241300" progId="Equation.3">
                  <p:embed/>
                  <p:pic>
                    <p:nvPicPr>
                      <p:cNvPr id="0" name="图片 3133"/>
                      <p:cNvPicPr/>
                      <p:nvPr/>
                    </p:nvPicPr>
                    <p:blipFill>
                      <a:blip r:embed="rId17"/>
                      <a:stretch>
                        <a:fillRect/>
                      </a:stretch>
                    </p:blipFill>
                    <p:spPr>
                      <a:xfrm>
                        <a:off x="4953000" y="3429000"/>
                        <a:ext cx="2968625" cy="603250"/>
                      </a:xfrm>
                      <a:prstGeom prst="rect">
                        <a:avLst/>
                      </a:prstGeom>
                      <a:noFill/>
                      <a:ln w="38100">
                        <a:noFill/>
                        <a:miter/>
                      </a:ln>
                    </p:spPr>
                  </p:pic>
                </p:oleObj>
              </mc:Fallback>
            </mc:AlternateContent>
          </a:graphicData>
        </a:graphic>
      </p:graphicFrame>
      <p:sp>
        <p:nvSpPr>
          <p:cNvPr id="12305" name="Rectangle 27"/>
          <p:cNvSpPr/>
          <p:nvPr/>
        </p:nvSpPr>
        <p:spPr>
          <a:xfrm>
            <a:off x="3810000" y="3290888"/>
            <a:ext cx="9144000" cy="0"/>
          </a:xfrm>
          <a:prstGeom prst="rect">
            <a:avLst/>
          </a:prstGeom>
          <a:noFill/>
          <a:ln w="9525">
            <a:noFill/>
          </a:ln>
        </p:spPr>
        <p:txBody>
          <a:bodyPr>
            <a:spAutoFit/>
          </a:bodyPr>
          <a:lstStyle/>
          <a:p>
            <a:pPr indent="535305" eaLnBrk="1" hangingPunct="1"/>
            <a:endParaRPr lang="zh-CN" altLang="en-US" dirty="0">
              <a:latin typeface="Arial" panose="020B0604020202020204" pitchFamily="34" charset="0"/>
            </a:endParaRPr>
          </a:p>
        </p:txBody>
      </p:sp>
      <p:graphicFrame>
        <p:nvGraphicFramePr>
          <p:cNvPr id="12298" name="Object 26"/>
          <p:cNvGraphicFramePr>
            <a:graphicFrameLocks noChangeAspect="1"/>
          </p:cNvGraphicFramePr>
          <p:nvPr/>
        </p:nvGraphicFramePr>
        <p:xfrm>
          <a:off x="1524000" y="4191000"/>
          <a:ext cx="2438400" cy="468313"/>
        </p:xfrm>
        <a:graphic>
          <a:graphicData uri="http://schemas.openxmlformats.org/presentationml/2006/ole">
            <mc:AlternateContent xmlns:mc="http://schemas.openxmlformats.org/markup-compatibility/2006">
              <mc:Choice xmlns:v="urn:schemas-microsoft-com:vml" Requires="v">
                <p:oleObj r:id="rId18" imgW="1193800" imgH="228600" progId="Equation.DSMT4">
                  <p:embed/>
                </p:oleObj>
              </mc:Choice>
              <mc:Fallback>
                <p:oleObj r:id="rId18" imgW="1193800" imgH="228600" progId="Equation.DSMT4">
                  <p:embed/>
                  <p:pic>
                    <p:nvPicPr>
                      <p:cNvPr id="0" name="图片 3129"/>
                      <p:cNvPicPr/>
                      <p:nvPr/>
                    </p:nvPicPr>
                    <p:blipFill>
                      <a:blip r:embed="rId19"/>
                      <a:stretch>
                        <a:fillRect/>
                      </a:stretch>
                    </p:blipFill>
                    <p:spPr>
                      <a:xfrm>
                        <a:off x="1524000" y="4191000"/>
                        <a:ext cx="2438400" cy="468313"/>
                      </a:xfrm>
                      <a:prstGeom prst="rect">
                        <a:avLst/>
                      </a:prstGeom>
                      <a:noFill/>
                      <a:ln w="38100">
                        <a:noFill/>
                        <a:miter/>
                      </a:ln>
                    </p:spPr>
                  </p:pic>
                </p:oleObj>
              </mc:Fallback>
            </mc:AlternateContent>
          </a:graphicData>
        </a:graphic>
      </p:graphicFrame>
      <p:graphicFrame>
        <p:nvGraphicFramePr>
          <p:cNvPr id="12299" name="Object 25"/>
          <p:cNvGraphicFramePr>
            <a:graphicFrameLocks noChangeAspect="1"/>
          </p:cNvGraphicFramePr>
          <p:nvPr/>
        </p:nvGraphicFramePr>
        <p:xfrm>
          <a:off x="3962400" y="4114800"/>
          <a:ext cx="2716213" cy="566738"/>
        </p:xfrm>
        <a:graphic>
          <a:graphicData uri="http://schemas.openxmlformats.org/presentationml/2006/ole">
            <mc:AlternateContent xmlns:mc="http://schemas.openxmlformats.org/markup-compatibility/2006">
              <mc:Choice xmlns:v="urn:schemas-microsoft-com:vml" Requires="v">
                <p:oleObj r:id="rId20" imgW="1320165" imgH="279400" progId="Equation.DSMT4">
                  <p:embed/>
                </p:oleObj>
              </mc:Choice>
              <mc:Fallback>
                <p:oleObj r:id="rId20" imgW="1320165" imgH="279400" progId="Equation.DSMT4">
                  <p:embed/>
                  <p:pic>
                    <p:nvPicPr>
                      <p:cNvPr id="0" name="图片 3126"/>
                      <p:cNvPicPr/>
                      <p:nvPr/>
                    </p:nvPicPr>
                    <p:blipFill>
                      <a:blip r:embed="rId21"/>
                      <a:stretch>
                        <a:fillRect/>
                      </a:stretch>
                    </p:blipFill>
                    <p:spPr>
                      <a:xfrm>
                        <a:off x="3962400" y="4114800"/>
                        <a:ext cx="2716213" cy="566738"/>
                      </a:xfrm>
                      <a:prstGeom prst="rect">
                        <a:avLst/>
                      </a:prstGeom>
                      <a:noFill/>
                      <a:ln w="38100">
                        <a:noFill/>
                        <a:miter/>
                      </a:ln>
                    </p:spPr>
                  </p:pic>
                </p:oleObj>
              </mc:Fallback>
            </mc:AlternateContent>
          </a:graphicData>
        </a:graphic>
      </p:graphicFrame>
      <p:graphicFrame>
        <p:nvGraphicFramePr>
          <p:cNvPr id="12300" name="Object 24"/>
          <p:cNvGraphicFramePr>
            <a:graphicFrameLocks noChangeAspect="1"/>
          </p:cNvGraphicFramePr>
          <p:nvPr/>
        </p:nvGraphicFramePr>
        <p:xfrm>
          <a:off x="2438400" y="4648200"/>
          <a:ext cx="3106738" cy="566738"/>
        </p:xfrm>
        <a:graphic>
          <a:graphicData uri="http://schemas.openxmlformats.org/presentationml/2006/ole">
            <mc:AlternateContent xmlns:mc="http://schemas.openxmlformats.org/markup-compatibility/2006">
              <mc:Choice xmlns:v="urn:schemas-microsoft-com:vml" Requires="v">
                <p:oleObj r:id="rId22" imgW="1511300" imgH="279400" progId="Equation.DSMT4">
                  <p:embed/>
                </p:oleObj>
              </mc:Choice>
              <mc:Fallback>
                <p:oleObj r:id="rId22" imgW="1511300" imgH="279400" progId="Equation.DSMT4">
                  <p:embed/>
                  <p:pic>
                    <p:nvPicPr>
                      <p:cNvPr id="0" name="图片 3132"/>
                      <p:cNvPicPr/>
                      <p:nvPr/>
                    </p:nvPicPr>
                    <p:blipFill>
                      <a:blip r:embed="rId23"/>
                      <a:stretch>
                        <a:fillRect/>
                      </a:stretch>
                    </p:blipFill>
                    <p:spPr>
                      <a:xfrm>
                        <a:off x="2438400" y="4648200"/>
                        <a:ext cx="3106738" cy="566738"/>
                      </a:xfrm>
                      <a:prstGeom prst="rect">
                        <a:avLst/>
                      </a:prstGeom>
                      <a:noFill/>
                      <a:ln w="38100">
                        <a:noFill/>
                        <a:miter/>
                      </a:ln>
                    </p:spPr>
                  </p:pic>
                </p:oleObj>
              </mc:Fallback>
            </mc:AlternateContent>
          </a:graphicData>
        </a:graphic>
      </p:graphicFrame>
      <p:graphicFrame>
        <p:nvGraphicFramePr>
          <p:cNvPr id="12301" name="Object 23"/>
          <p:cNvGraphicFramePr>
            <a:graphicFrameLocks noChangeAspect="1"/>
          </p:cNvGraphicFramePr>
          <p:nvPr/>
        </p:nvGraphicFramePr>
        <p:xfrm>
          <a:off x="1600200" y="5334000"/>
          <a:ext cx="2484438" cy="488950"/>
        </p:xfrm>
        <a:graphic>
          <a:graphicData uri="http://schemas.openxmlformats.org/presentationml/2006/ole">
            <mc:AlternateContent xmlns:mc="http://schemas.openxmlformats.org/markup-compatibility/2006">
              <mc:Choice xmlns:v="urn:schemas-microsoft-com:vml" Requires="v">
                <p:oleObj r:id="rId24" imgW="1206500" imgH="241300" progId="Equation.DSMT4">
                  <p:embed/>
                </p:oleObj>
              </mc:Choice>
              <mc:Fallback>
                <p:oleObj r:id="rId24" imgW="1206500" imgH="241300" progId="Equation.DSMT4">
                  <p:embed/>
                  <p:pic>
                    <p:nvPicPr>
                      <p:cNvPr id="0" name="图片 3141"/>
                      <p:cNvPicPr/>
                      <p:nvPr/>
                    </p:nvPicPr>
                    <p:blipFill>
                      <a:blip r:embed="rId25"/>
                      <a:stretch>
                        <a:fillRect/>
                      </a:stretch>
                    </p:blipFill>
                    <p:spPr>
                      <a:xfrm>
                        <a:off x="1600200" y="5334000"/>
                        <a:ext cx="2484438" cy="488950"/>
                      </a:xfrm>
                      <a:prstGeom prst="rect">
                        <a:avLst/>
                      </a:prstGeom>
                      <a:noFill/>
                      <a:ln w="38100">
                        <a:noFill/>
                        <a:miter/>
                      </a:ln>
                    </p:spPr>
                  </p:pic>
                </p:oleObj>
              </mc:Fallback>
            </mc:AlternateContent>
          </a:graphicData>
        </a:graphic>
      </p:graphicFrame>
      <p:graphicFrame>
        <p:nvGraphicFramePr>
          <p:cNvPr id="12302" name="Object 22"/>
          <p:cNvGraphicFramePr>
            <a:graphicFrameLocks noChangeAspect="1"/>
          </p:cNvGraphicFramePr>
          <p:nvPr/>
        </p:nvGraphicFramePr>
        <p:xfrm>
          <a:off x="4114800" y="5181600"/>
          <a:ext cx="2735263" cy="566738"/>
        </p:xfrm>
        <a:graphic>
          <a:graphicData uri="http://schemas.openxmlformats.org/presentationml/2006/ole">
            <mc:AlternateContent xmlns:mc="http://schemas.openxmlformats.org/markup-compatibility/2006">
              <mc:Choice xmlns:v="urn:schemas-microsoft-com:vml" Requires="v">
                <p:oleObj r:id="rId26" imgW="1333500" imgH="279400" progId="Equation.DSMT4">
                  <p:embed/>
                </p:oleObj>
              </mc:Choice>
              <mc:Fallback>
                <p:oleObj r:id="rId26" imgW="1333500" imgH="279400" progId="Equation.DSMT4">
                  <p:embed/>
                  <p:pic>
                    <p:nvPicPr>
                      <p:cNvPr id="0" name="图片 3140"/>
                      <p:cNvPicPr/>
                      <p:nvPr/>
                    </p:nvPicPr>
                    <p:blipFill>
                      <a:blip r:embed="rId27"/>
                      <a:stretch>
                        <a:fillRect/>
                      </a:stretch>
                    </p:blipFill>
                    <p:spPr>
                      <a:xfrm>
                        <a:off x="4114800" y="5181600"/>
                        <a:ext cx="2735263" cy="566738"/>
                      </a:xfrm>
                      <a:prstGeom prst="rect">
                        <a:avLst/>
                      </a:prstGeom>
                      <a:noFill/>
                      <a:ln w="38100">
                        <a:noFill/>
                        <a:miter/>
                      </a:ln>
                    </p:spPr>
                  </p:pic>
                </p:oleObj>
              </mc:Fallback>
            </mc:AlternateContent>
          </a:graphicData>
        </a:graphic>
      </p:graphicFrame>
      <p:graphicFrame>
        <p:nvGraphicFramePr>
          <p:cNvPr id="12303" name="Object 21"/>
          <p:cNvGraphicFramePr>
            <a:graphicFrameLocks noChangeAspect="1"/>
          </p:cNvGraphicFramePr>
          <p:nvPr/>
        </p:nvGraphicFramePr>
        <p:xfrm>
          <a:off x="2438400" y="5791200"/>
          <a:ext cx="3124200" cy="566738"/>
        </p:xfrm>
        <a:graphic>
          <a:graphicData uri="http://schemas.openxmlformats.org/presentationml/2006/ole">
            <mc:AlternateContent xmlns:mc="http://schemas.openxmlformats.org/markup-compatibility/2006">
              <mc:Choice xmlns:v="urn:schemas-microsoft-com:vml" Requires="v">
                <p:oleObj r:id="rId28" imgW="1524000" imgH="279400" progId="Equation.DSMT4">
                  <p:embed/>
                </p:oleObj>
              </mc:Choice>
              <mc:Fallback>
                <p:oleObj r:id="rId28" imgW="1524000" imgH="279400" progId="Equation.DSMT4">
                  <p:embed/>
                  <p:pic>
                    <p:nvPicPr>
                      <p:cNvPr id="0" name="图片 3134"/>
                      <p:cNvPicPr/>
                      <p:nvPr/>
                    </p:nvPicPr>
                    <p:blipFill>
                      <a:blip r:embed="rId29"/>
                      <a:stretch>
                        <a:fillRect/>
                      </a:stretch>
                    </p:blipFill>
                    <p:spPr>
                      <a:xfrm>
                        <a:off x="2438400" y="5791200"/>
                        <a:ext cx="3124200" cy="566738"/>
                      </a:xfrm>
                      <a:prstGeom prst="rect">
                        <a:avLst/>
                      </a:prstGeom>
                      <a:noFill/>
                      <a:ln w="38100">
                        <a:noFill/>
                        <a:miter/>
                      </a:ln>
                    </p:spPr>
                  </p:pic>
                </p:oleObj>
              </mc:Fallback>
            </mc:AlternateContent>
          </a:graphicData>
        </a:graphic>
      </p:graphicFrame>
      <p:sp>
        <p:nvSpPr>
          <p:cNvPr id="1230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17</a:t>
            </a:fld>
            <a:endParaRPr lang="zh-CN" alt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 name="Rectangle 2"/>
          <p:cNvSpPr>
            <a:spLocks noGrp="1" noRot="1"/>
          </p:cNvSpPr>
          <p:nvPr>
            <p:ph idx="1"/>
          </p:nvPr>
        </p:nvSpPr>
        <p:spPr>
          <a:xfrm>
            <a:off x="146050" y="609600"/>
            <a:ext cx="8540750" cy="5489575"/>
          </a:xfrm>
        </p:spPr>
        <p:txBody>
          <a:bodyPr vert="horz" wrap="square" lIns="91440" tIns="45720" rIns="91440" bIns="45720" anchor="t" anchorCtr="0"/>
          <a:lstStyle/>
          <a:p>
            <a:pPr eaLnBrk="1" hangingPunct="1">
              <a:lnSpc>
                <a:spcPct val="120000"/>
              </a:lnSpc>
              <a:buNone/>
            </a:pPr>
            <a:r>
              <a:rPr lang="zh-CN" altLang="en-US" sz="2800" b="1" dirty="0">
                <a:solidFill>
                  <a:srgbClr val="000000"/>
                </a:solidFill>
                <a:latin typeface="Times New Roman" panose="02020603050405020304" pitchFamily="18" charset="0"/>
              </a:rPr>
              <a:t>性质4：</a:t>
            </a:r>
          </a:p>
          <a:p>
            <a:pPr eaLnBrk="1" hangingPunct="1">
              <a:lnSpc>
                <a:spcPct val="120000"/>
              </a:lnSpc>
              <a:buNone/>
            </a:pPr>
            <a:r>
              <a:rPr lang="zh-CN" altLang="en-US" sz="2800" b="1" dirty="0">
                <a:solidFill>
                  <a:srgbClr val="000000"/>
                </a:solidFill>
                <a:latin typeface="Times New Roman" panose="02020603050405020304" pitchFamily="18" charset="0"/>
              </a:rPr>
              <a:t>特列：</a:t>
            </a:r>
          </a:p>
          <a:p>
            <a:pPr eaLnBrk="1" hangingPunct="1">
              <a:lnSpc>
                <a:spcPct val="120000"/>
              </a:lnSpc>
              <a:buNone/>
            </a:pPr>
            <a:r>
              <a:rPr lang="zh-CN" altLang="en-US" sz="2800" b="1" dirty="0">
                <a:solidFill>
                  <a:srgbClr val="0000FF"/>
                </a:solidFill>
                <a:latin typeface="Times New Roman" panose="02020603050405020304" pitchFamily="18" charset="0"/>
              </a:rPr>
              <a:t>证明：</a:t>
            </a:r>
          </a:p>
          <a:p>
            <a:pPr eaLnBrk="1" hangingPunct="1">
              <a:lnSpc>
                <a:spcPct val="120000"/>
              </a:lnSpc>
              <a:buNone/>
            </a:pPr>
            <a:r>
              <a:rPr lang="zh-CN" altLang="en-US" sz="2800" b="1" dirty="0">
                <a:solidFill>
                  <a:srgbClr val="0000FF"/>
                </a:solidFill>
                <a:latin typeface="宋体" panose="02010600030101010101" pitchFamily="2" charset="-122"/>
              </a:rPr>
              <a:t>因为   和   都是实随机过程，所以下列不等式成立：</a:t>
            </a:r>
            <a:endParaRPr lang="zh-CN" altLang="en-US" sz="2800" b="1" dirty="0">
              <a:solidFill>
                <a:srgbClr val="0000FF"/>
              </a:solidFill>
              <a:latin typeface="Times New Roman" panose="02020603050405020304" pitchFamily="18" charset="0"/>
            </a:endParaRPr>
          </a:p>
          <a:p>
            <a:pPr eaLnBrk="1" hangingPunct="1">
              <a:lnSpc>
                <a:spcPct val="120000"/>
              </a:lnSpc>
              <a:buNone/>
            </a:pPr>
            <a:endParaRPr lang="zh-CN" altLang="en-US" sz="2800" b="1" dirty="0">
              <a:solidFill>
                <a:srgbClr val="0000FF"/>
              </a:solidFill>
              <a:latin typeface="宋体" panose="02010600030101010101" pitchFamily="2" charset="-122"/>
            </a:endParaRPr>
          </a:p>
          <a:p>
            <a:pPr eaLnBrk="1" hangingPunct="1">
              <a:lnSpc>
                <a:spcPct val="120000"/>
              </a:lnSpc>
              <a:buNone/>
            </a:pPr>
            <a:endParaRPr lang="zh-CN" altLang="en-US" sz="2800" b="1" dirty="0">
              <a:solidFill>
                <a:srgbClr val="0000FF"/>
              </a:solidFill>
              <a:latin typeface="宋体" panose="02010600030101010101" pitchFamily="2" charset="-122"/>
            </a:endParaRPr>
          </a:p>
          <a:p>
            <a:pPr eaLnBrk="1" hangingPunct="1">
              <a:lnSpc>
                <a:spcPct val="120000"/>
              </a:lnSpc>
              <a:buNone/>
            </a:pPr>
            <a:r>
              <a:rPr lang="zh-CN" altLang="en-US" sz="2800" b="1" dirty="0">
                <a:solidFill>
                  <a:srgbClr val="0000FF"/>
                </a:solidFill>
                <a:latin typeface="宋体" panose="02010600030101010101" pitchFamily="2" charset="-122"/>
              </a:rPr>
              <a:t>将上式左端展开，得：</a:t>
            </a:r>
            <a:r>
              <a:rPr lang="zh-CN" altLang="en-US" sz="2800" b="1" dirty="0">
                <a:solidFill>
                  <a:srgbClr val="0000FF"/>
                </a:solidFill>
                <a:latin typeface="Times New Roman" panose="02020603050405020304" pitchFamily="18" charset="0"/>
              </a:rPr>
              <a:t> </a:t>
            </a:r>
          </a:p>
        </p:txBody>
      </p:sp>
      <p:graphicFrame>
        <p:nvGraphicFramePr>
          <p:cNvPr id="13314" name="Object 14"/>
          <p:cNvGraphicFramePr>
            <a:graphicFrameLocks noChangeAspect="1"/>
          </p:cNvGraphicFramePr>
          <p:nvPr/>
        </p:nvGraphicFramePr>
        <p:xfrm>
          <a:off x="1524000" y="611188"/>
          <a:ext cx="3335338" cy="608012"/>
        </p:xfrm>
        <a:graphic>
          <a:graphicData uri="http://schemas.openxmlformats.org/presentationml/2006/ole">
            <mc:AlternateContent xmlns:mc="http://schemas.openxmlformats.org/markup-compatibility/2006">
              <mc:Choice xmlns:v="urn:schemas-microsoft-com:vml" Requires="v">
                <p:oleObj r:id="rId2" imgW="1701800" imgH="279400" progId="Equation.3">
                  <p:embed/>
                </p:oleObj>
              </mc:Choice>
              <mc:Fallback>
                <p:oleObj r:id="rId2" imgW="1701800" imgH="279400" progId="Equation.3">
                  <p:embed/>
                  <p:pic>
                    <p:nvPicPr>
                      <p:cNvPr id="0" name="图片 3136"/>
                      <p:cNvPicPr/>
                      <p:nvPr/>
                    </p:nvPicPr>
                    <p:blipFill>
                      <a:blip r:embed="rId3"/>
                      <a:stretch>
                        <a:fillRect/>
                      </a:stretch>
                    </p:blipFill>
                    <p:spPr>
                      <a:xfrm>
                        <a:off x="1524000" y="611188"/>
                        <a:ext cx="3335338" cy="608012"/>
                      </a:xfrm>
                      <a:prstGeom prst="rect">
                        <a:avLst/>
                      </a:prstGeom>
                      <a:noFill/>
                      <a:ln w="38100">
                        <a:noFill/>
                        <a:miter/>
                      </a:ln>
                    </p:spPr>
                  </p:pic>
                </p:oleObj>
              </mc:Fallback>
            </mc:AlternateContent>
          </a:graphicData>
        </a:graphic>
      </p:graphicFrame>
      <p:graphicFrame>
        <p:nvGraphicFramePr>
          <p:cNvPr id="13315" name="Object 13"/>
          <p:cNvGraphicFramePr>
            <a:graphicFrameLocks noChangeAspect="1"/>
          </p:cNvGraphicFramePr>
          <p:nvPr/>
        </p:nvGraphicFramePr>
        <p:xfrm>
          <a:off x="5257800" y="609600"/>
          <a:ext cx="3352800" cy="609600"/>
        </p:xfrm>
        <a:graphic>
          <a:graphicData uri="http://schemas.openxmlformats.org/presentationml/2006/ole">
            <mc:AlternateContent xmlns:mc="http://schemas.openxmlformats.org/markup-compatibility/2006">
              <mc:Choice xmlns:v="urn:schemas-microsoft-com:vml" Requires="v">
                <p:oleObj r:id="rId4" imgW="1714500" imgH="279400" progId="Equation.3">
                  <p:embed/>
                </p:oleObj>
              </mc:Choice>
              <mc:Fallback>
                <p:oleObj r:id="rId4" imgW="1714500" imgH="279400" progId="Equation.3">
                  <p:embed/>
                  <p:pic>
                    <p:nvPicPr>
                      <p:cNvPr id="0" name="图片 3139"/>
                      <p:cNvPicPr/>
                      <p:nvPr/>
                    </p:nvPicPr>
                    <p:blipFill>
                      <a:blip r:embed="rId5"/>
                      <a:stretch>
                        <a:fillRect/>
                      </a:stretch>
                    </p:blipFill>
                    <p:spPr>
                      <a:xfrm>
                        <a:off x="5257800" y="609600"/>
                        <a:ext cx="3352800" cy="609600"/>
                      </a:xfrm>
                      <a:prstGeom prst="rect">
                        <a:avLst/>
                      </a:prstGeom>
                      <a:noFill/>
                      <a:ln w="38100">
                        <a:noFill/>
                        <a:miter/>
                      </a:ln>
                    </p:spPr>
                  </p:pic>
                </p:oleObj>
              </mc:Fallback>
            </mc:AlternateContent>
          </a:graphicData>
        </a:graphic>
      </p:graphicFrame>
      <p:sp>
        <p:nvSpPr>
          <p:cNvPr id="13323" name="Rectangle 18"/>
          <p:cNvSpPr/>
          <p:nvPr/>
        </p:nvSpPr>
        <p:spPr>
          <a:xfrm>
            <a:off x="4038600" y="3300413"/>
            <a:ext cx="9144000" cy="0"/>
          </a:xfrm>
          <a:prstGeom prst="rect">
            <a:avLst/>
          </a:prstGeom>
          <a:noFill/>
          <a:ln w="9525">
            <a:noFill/>
          </a:ln>
        </p:spPr>
        <p:txBody>
          <a:bodyPr>
            <a:spAutoFit/>
          </a:bodyPr>
          <a:lstStyle/>
          <a:p>
            <a:pPr eaLnBrk="1" hangingPunct="1"/>
            <a:endParaRPr lang="zh-CN" altLang="en-US" b="1" dirty="0">
              <a:latin typeface="Arial" panose="020B0604020202020204" pitchFamily="34" charset="0"/>
            </a:endParaRPr>
          </a:p>
        </p:txBody>
      </p:sp>
      <p:graphicFrame>
        <p:nvGraphicFramePr>
          <p:cNvPr id="13316" name="Object 17"/>
          <p:cNvGraphicFramePr>
            <a:graphicFrameLocks noChangeAspect="1"/>
          </p:cNvGraphicFramePr>
          <p:nvPr/>
        </p:nvGraphicFramePr>
        <p:xfrm>
          <a:off x="1447800" y="1316038"/>
          <a:ext cx="2441575" cy="588962"/>
        </p:xfrm>
        <a:graphic>
          <a:graphicData uri="http://schemas.openxmlformats.org/presentationml/2006/ole">
            <mc:AlternateContent xmlns:mc="http://schemas.openxmlformats.org/markup-compatibility/2006">
              <mc:Choice xmlns:v="urn:schemas-microsoft-com:vml" Requires="v">
                <p:oleObj r:id="rId6" imgW="1066165" imgH="254000" progId="Equation.3">
                  <p:embed/>
                </p:oleObj>
              </mc:Choice>
              <mc:Fallback>
                <p:oleObj r:id="rId6" imgW="1066165" imgH="254000" progId="Equation.3">
                  <p:embed/>
                  <p:pic>
                    <p:nvPicPr>
                      <p:cNvPr id="0" name="图片 3137"/>
                      <p:cNvPicPr/>
                      <p:nvPr/>
                    </p:nvPicPr>
                    <p:blipFill>
                      <a:blip r:embed="rId7"/>
                      <a:stretch>
                        <a:fillRect/>
                      </a:stretch>
                    </p:blipFill>
                    <p:spPr>
                      <a:xfrm>
                        <a:off x="1447800" y="1316038"/>
                        <a:ext cx="2441575" cy="588962"/>
                      </a:xfrm>
                      <a:prstGeom prst="rect">
                        <a:avLst/>
                      </a:prstGeom>
                      <a:noFill/>
                      <a:ln w="38100">
                        <a:noFill/>
                        <a:miter/>
                      </a:ln>
                    </p:spPr>
                  </p:pic>
                </p:oleObj>
              </mc:Fallback>
            </mc:AlternateContent>
          </a:graphicData>
        </a:graphic>
      </p:graphicFrame>
      <p:graphicFrame>
        <p:nvGraphicFramePr>
          <p:cNvPr id="13317" name="Object 16"/>
          <p:cNvGraphicFramePr>
            <a:graphicFrameLocks noChangeAspect="1"/>
          </p:cNvGraphicFramePr>
          <p:nvPr/>
        </p:nvGraphicFramePr>
        <p:xfrm>
          <a:off x="4267200" y="1295400"/>
          <a:ext cx="2438400" cy="588963"/>
        </p:xfrm>
        <a:graphic>
          <a:graphicData uri="http://schemas.openxmlformats.org/presentationml/2006/ole">
            <mc:AlternateContent xmlns:mc="http://schemas.openxmlformats.org/markup-compatibility/2006">
              <mc:Choice xmlns:v="urn:schemas-microsoft-com:vml" Requires="v">
                <p:oleObj r:id="rId8" imgW="1066165" imgH="254000" progId="Equation.3">
                  <p:embed/>
                </p:oleObj>
              </mc:Choice>
              <mc:Fallback>
                <p:oleObj r:id="rId8" imgW="1066165" imgH="254000" progId="Equation.3">
                  <p:embed/>
                  <p:pic>
                    <p:nvPicPr>
                      <p:cNvPr id="0" name="图片 3156"/>
                      <p:cNvPicPr/>
                      <p:nvPr/>
                    </p:nvPicPr>
                    <p:blipFill>
                      <a:blip r:embed="rId9"/>
                      <a:stretch>
                        <a:fillRect/>
                      </a:stretch>
                    </p:blipFill>
                    <p:spPr>
                      <a:xfrm>
                        <a:off x="4267200" y="1295400"/>
                        <a:ext cx="2438400" cy="588963"/>
                      </a:xfrm>
                      <a:prstGeom prst="rect">
                        <a:avLst/>
                      </a:prstGeom>
                      <a:noFill/>
                      <a:ln w="38100">
                        <a:noFill/>
                        <a:miter/>
                      </a:ln>
                    </p:spPr>
                  </p:pic>
                </p:oleObj>
              </mc:Fallback>
            </mc:AlternateContent>
          </a:graphicData>
        </a:graphic>
      </p:graphicFrame>
      <p:graphicFrame>
        <p:nvGraphicFramePr>
          <p:cNvPr id="13318" name="Object 27"/>
          <p:cNvGraphicFramePr>
            <a:graphicFrameLocks noChangeAspect="1"/>
          </p:cNvGraphicFramePr>
          <p:nvPr/>
        </p:nvGraphicFramePr>
        <p:xfrm>
          <a:off x="1958975" y="2997200"/>
          <a:ext cx="4159250" cy="1209675"/>
        </p:xfrm>
        <a:graphic>
          <a:graphicData uri="http://schemas.openxmlformats.org/presentationml/2006/ole">
            <mc:AlternateContent xmlns:mc="http://schemas.openxmlformats.org/markup-compatibility/2006">
              <mc:Choice xmlns:v="urn:schemas-microsoft-com:vml" Requires="v">
                <p:oleObj r:id="rId10" imgW="1930400" imgH="558800" progId="Equation.DSMT4">
                  <p:embed/>
                </p:oleObj>
              </mc:Choice>
              <mc:Fallback>
                <p:oleObj r:id="rId10" imgW="1930400" imgH="558800" progId="Equation.DSMT4">
                  <p:embed/>
                  <p:pic>
                    <p:nvPicPr>
                      <p:cNvPr id="0" name="图片 3157"/>
                      <p:cNvPicPr/>
                      <p:nvPr/>
                    </p:nvPicPr>
                    <p:blipFill>
                      <a:blip r:embed="rId11"/>
                      <a:stretch>
                        <a:fillRect/>
                      </a:stretch>
                    </p:blipFill>
                    <p:spPr>
                      <a:xfrm>
                        <a:off x="1958975" y="2997200"/>
                        <a:ext cx="4159250" cy="1209675"/>
                      </a:xfrm>
                      <a:prstGeom prst="rect">
                        <a:avLst/>
                      </a:prstGeom>
                      <a:noFill/>
                      <a:ln w="38100">
                        <a:noFill/>
                        <a:miter/>
                      </a:ln>
                    </p:spPr>
                  </p:pic>
                </p:oleObj>
              </mc:Fallback>
            </mc:AlternateContent>
          </a:graphicData>
        </a:graphic>
      </p:graphicFrame>
      <p:graphicFrame>
        <p:nvGraphicFramePr>
          <p:cNvPr id="13319" name="Object 31"/>
          <p:cNvGraphicFramePr>
            <a:graphicFrameLocks noChangeAspect="1"/>
          </p:cNvGraphicFramePr>
          <p:nvPr/>
        </p:nvGraphicFramePr>
        <p:xfrm>
          <a:off x="914400" y="2514600"/>
          <a:ext cx="636588" cy="492125"/>
        </p:xfrm>
        <a:graphic>
          <a:graphicData uri="http://schemas.openxmlformats.org/presentationml/2006/ole">
            <mc:AlternateContent xmlns:mc="http://schemas.openxmlformats.org/markup-compatibility/2006">
              <mc:Choice xmlns:v="urn:schemas-microsoft-com:vml" Requires="v">
                <p:oleObj r:id="rId12" imgW="292100" imgH="228600" progId="Equation.DSMT4">
                  <p:embed/>
                </p:oleObj>
              </mc:Choice>
              <mc:Fallback>
                <p:oleObj r:id="rId12" imgW="292100" imgH="228600" progId="Equation.DSMT4">
                  <p:embed/>
                  <p:pic>
                    <p:nvPicPr>
                      <p:cNvPr id="0" name="图片 3146"/>
                      <p:cNvPicPr/>
                      <p:nvPr/>
                    </p:nvPicPr>
                    <p:blipFill>
                      <a:blip r:embed="rId13"/>
                      <a:stretch>
                        <a:fillRect/>
                      </a:stretch>
                    </p:blipFill>
                    <p:spPr>
                      <a:xfrm>
                        <a:off x="914400" y="2514600"/>
                        <a:ext cx="636588" cy="492125"/>
                      </a:xfrm>
                      <a:prstGeom prst="rect">
                        <a:avLst/>
                      </a:prstGeom>
                      <a:noFill/>
                      <a:ln w="38100">
                        <a:noFill/>
                        <a:miter/>
                      </a:ln>
                    </p:spPr>
                  </p:pic>
                </p:oleObj>
              </mc:Fallback>
            </mc:AlternateContent>
          </a:graphicData>
        </a:graphic>
      </p:graphicFrame>
      <p:graphicFrame>
        <p:nvGraphicFramePr>
          <p:cNvPr id="13320" name="Object 32"/>
          <p:cNvGraphicFramePr>
            <a:graphicFrameLocks noChangeAspect="1"/>
          </p:cNvGraphicFramePr>
          <p:nvPr/>
        </p:nvGraphicFramePr>
        <p:xfrm>
          <a:off x="1828800" y="2514600"/>
          <a:ext cx="655638" cy="492125"/>
        </p:xfrm>
        <a:graphic>
          <a:graphicData uri="http://schemas.openxmlformats.org/presentationml/2006/ole">
            <mc:AlternateContent xmlns:mc="http://schemas.openxmlformats.org/markup-compatibility/2006">
              <mc:Choice xmlns:v="urn:schemas-microsoft-com:vml" Requires="v">
                <p:oleObj r:id="rId14" imgW="304800" imgH="228600" progId="Equation.DSMT4">
                  <p:embed/>
                </p:oleObj>
              </mc:Choice>
              <mc:Fallback>
                <p:oleObj r:id="rId14" imgW="304800" imgH="228600" progId="Equation.DSMT4">
                  <p:embed/>
                  <p:pic>
                    <p:nvPicPr>
                      <p:cNvPr id="0" name="图片 3145"/>
                      <p:cNvPicPr/>
                      <p:nvPr/>
                    </p:nvPicPr>
                    <p:blipFill>
                      <a:blip r:embed="rId15"/>
                      <a:stretch>
                        <a:fillRect/>
                      </a:stretch>
                    </p:blipFill>
                    <p:spPr>
                      <a:xfrm>
                        <a:off x="1828800" y="2514600"/>
                        <a:ext cx="655638" cy="492125"/>
                      </a:xfrm>
                      <a:prstGeom prst="rect">
                        <a:avLst/>
                      </a:prstGeom>
                      <a:noFill/>
                      <a:ln w="38100">
                        <a:noFill/>
                        <a:miter/>
                      </a:ln>
                    </p:spPr>
                  </p:pic>
                </p:oleObj>
              </mc:Fallback>
            </mc:AlternateContent>
          </a:graphicData>
        </a:graphic>
      </p:graphicFrame>
      <p:graphicFrame>
        <p:nvGraphicFramePr>
          <p:cNvPr id="13321" name="Object 33"/>
          <p:cNvGraphicFramePr>
            <a:graphicFrameLocks noChangeAspect="1"/>
          </p:cNvGraphicFramePr>
          <p:nvPr/>
        </p:nvGraphicFramePr>
        <p:xfrm>
          <a:off x="971550" y="4868863"/>
          <a:ext cx="7437438" cy="1209675"/>
        </p:xfrm>
        <a:graphic>
          <a:graphicData uri="http://schemas.openxmlformats.org/presentationml/2006/ole">
            <mc:AlternateContent xmlns:mc="http://schemas.openxmlformats.org/markup-compatibility/2006">
              <mc:Choice xmlns:v="urn:schemas-microsoft-com:vml" Requires="v">
                <p:oleObj r:id="rId16" imgW="3454400" imgH="558800" progId="Equation.DSMT4">
                  <p:embed/>
                </p:oleObj>
              </mc:Choice>
              <mc:Fallback>
                <p:oleObj r:id="rId16" imgW="3454400" imgH="558800" progId="Equation.DSMT4">
                  <p:embed/>
                  <p:pic>
                    <p:nvPicPr>
                      <p:cNvPr id="0" name="图片 3144"/>
                      <p:cNvPicPr/>
                      <p:nvPr/>
                    </p:nvPicPr>
                    <p:blipFill>
                      <a:blip r:embed="rId17"/>
                      <a:stretch>
                        <a:fillRect/>
                      </a:stretch>
                    </p:blipFill>
                    <p:spPr>
                      <a:xfrm>
                        <a:off x="971550" y="4868863"/>
                        <a:ext cx="7437438" cy="1209675"/>
                      </a:xfrm>
                      <a:prstGeom prst="rect">
                        <a:avLst/>
                      </a:prstGeom>
                      <a:noFill/>
                      <a:ln w="38100">
                        <a:noFill/>
                        <a:miter/>
                      </a:ln>
                    </p:spPr>
                  </p:pic>
                </p:oleObj>
              </mc:Fallback>
            </mc:AlternateContent>
          </a:graphicData>
        </a:graphic>
      </p:graphicFrame>
      <p:sp>
        <p:nvSpPr>
          <p:cNvPr id="13324"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18</a:t>
            </a:fld>
            <a:endParaRPr lang="zh-CN" alt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5" name="Rectangle 22"/>
          <p:cNvSpPr>
            <a:spLocks noGrp="1" noRot="1"/>
          </p:cNvSpPr>
          <p:nvPr>
            <p:ph idx="1"/>
          </p:nvPr>
        </p:nvSpPr>
        <p:spPr>
          <a:xfrm>
            <a:off x="381000" y="5102225"/>
            <a:ext cx="8540750" cy="1527175"/>
          </a:xfrm>
        </p:spPr>
        <p:txBody>
          <a:bodyPr vert="horz" wrap="square" lIns="91440" tIns="45720" rIns="91440" bIns="45720" anchor="t" anchorCtr="0"/>
          <a:lstStyle/>
          <a:p>
            <a:pPr algn="just" eaLnBrk="1" hangingPunct="1">
              <a:lnSpc>
                <a:spcPct val="120000"/>
              </a:lnSpc>
              <a:buNone/>
            </a:pPr>
            <a:r>
              <a:rPr lang="zh-CN" altLang="en-US" sz="2800" b="1" dirty="0">
                <a:solidFill>
                  <a:srgbClr val="0000FF"/>
                </a:solidFill>
                <a:latin typeface="Times New Roman" panose="02020603050405020304" pitchFamily="18" charset="0"/>
              </a:rPr>
              <a:t>所以：</a:t>
            </a:r>
            <a:endParaRPr lang="zh-CN" altLang="en-US" sz="2800" b="1" dirty="0">
              <a:latin typeface="Times New Roman" panose="02020603050405020304" pitchFamily="18" charset="0"/>
              <a:cs typeface="Times New Roman" panose="02020603050405020304" pitchFamily="18" charset="0"/>
            </a:endParaRPr>
          </a:p>
          <a:p>
            <a:pPr eaLnBrk="1" hangingPunct="1">
              <a:lnSpc>
                <a:spcPct val="120000"/>
              </a:lnSpc>
              <a:buNone/>
            </a:pPr>
            <a:r>
              <a:rPr lang="zh-CN" altLang="en-US" sz="2800" b="1" dirty="0">
                <a:solidFill>
                  <a:srgbClr val="0000FF"/>
                </a:solidFill>
                <a:latin typeface="Times New Roman" panose="02020603050405020304" pitchFamily="18" charset="0"/>
              </a:rPr>
              <a:t>令              ，上式可以简化成：</a:t>
            </a:r>
            <a:r>
              <a:rPr lang="zh-CN" altLang="en-US" sz="2800" b="1" dirty="0">
                <a:latin typeface="Times New Roman" panose="02020603050405020304" pitchFamily="18" charset="0"/>
              </a:rPr>
              <a:t> </a:t>
            </a:r>
          </a:p>
        </p:txBody>
      </p:sp>
      <p:graphicFrame>
        <p:nvGraphicFramePr>
          <p:cNvPr id="14338" name="Object 14"/>
          <p:cNvGraphicFramePr>
            <a:graphicFrameLocks noChangeAspect="1"/>
          </p:cNvGraphicFramePr>
          <p:nvPr/>
        </p:nvGraphicFramePr>
        <p:xfrm>
          <a:off x="1069975" y="2973388"/>
          <a:ext cx="5181600" cy="1065212"/>
        </p:xfrm>
        <a:graphic>
          <a:graphicData uri="http://schemas.openxmlformats.org/presentationml/2006/ole">
            <mc:AlternateContent xmlns:mc="http://schemas.openxmlformats.org/markup-compatibility/2006">
              <mc:Choice xmlns:v="urn:schemas-microsoft-com:vml" Requires="v">
                <p:oleObj r:id="rId2" imgW="2413000" imgH="495300" progId="Equation.DSMT4">
                  <p:embed/>
                </p:oleObj>
              </mc:Choice>
              <mc:Fallback>
                <p:oleObj r:id="rId2" imgW="2413000" imgH="495300" progId="Equation.DSMT4">
                  <p:embed/>
                  <p:pic>
                    <p:nvPicPr>
                      <p:cNvPr id="0" name="图片 3149"/>
                      <p:cNvPicPr/>
                      <p:nvPr/>
                    </p:nvPicPr>
                    <p:blipFill>
                      <a:blip r:embed="rId3"/>
                      <a:stretch>
                        <a:fillRect/>
                      </a:stretch>
                    </p:blipFill>
                    <p:spPr>
                      <a:xfrm>
                        <a:off x="1069975" y="2973388"/>
                        <a:ext cx="5181600" cy="1065212"/>
                      </a:xfrm>
                      <a:prstGeom prst="rect">
                        <a:avLst/>
                      </a:prstGeom>
                      <a:noFill/>
                      <a:ln w="38100">
                        <a:noFill/>
                        <a:miter/>
                      </a:ln>
                    </p:spPr>
                  </p:pic>
                </p:oleObj>
              </mc:Fallback>
            </mc:AlternateContent>
          </a:graphicData>
        </a:graphic>
      </p:graphicFrame>
      <p:graphicFrame>
        <p:nvGraphicFramePr>
          <p:cNvPr id="14339" name="Object 15"/>
          <p:cNvGraphicFramePr>
            <a:graphicFrameLocks noChangeAspect="1"/>
          </p:cNvGraphicFramePr>
          <p:nvPr/>
        </p:nvGraphicFramePr>
        <p:xfrm>
          <a:off x="5184775" y="5811838"/>
          <a:ext cx="2273300" cy="512762"/>
        </p:xfrm>
        <a:graphic>
          <a:graphicData uri="http://schemas.openxmlformats.org/presentationml/2006/ole">
            <mc:AlternateContent xmlns:mc="http://schemas.openxmlformats.org/markup-compatibility/2006">
              <mc:Choice xmlns:v="urn:schemas-microsoft-com:vml" Requires="v">
                <p:oleObj r:id="rId4" imgW="1054100" imgH="241300" progId="Equation.DSMT4">
                  <p:embed/>
                </p:oleObj>
              </mc:Choice>
              <mc:Fallback>
                <p:oleObj r:id="rId4" imgW="1054100" imgH="241300" progId="Equation.DSMT4">
                  <p:embed/>
                  <p:pic>
                    <p:nvPicPr>
                      <p:cNvPr id="0" name="图片 3155"/>
                      <p:cNvPicPr/>
                      <p:nvPr/>
                    </p:nvPicPr>
                    <p:blipFill>
                      <a:blip r:embed="rId5"/>
                      <a:stretch>
                        <a:fillRect/>
                      </a:stretch>
                    </p:blipFill>
                    <p:spPr>
                      <a:xfrm>
                        <a:off x="5184775" y="5811838"/>
                        <a:ext cx="2273300" cy="512762"/>
                      </a:xfrm>
                      <a:prstGeom prst="rect">
                        <a:avLst/>
                      </a:prstGeom>
                      <a:noFill/>
                      <a:ln w="38100">
                        <a:noFill/>
                        <a:miter/>
                      </a:ln>
                    </p:spPr>
                  </p:pic>
                </p:oleObj>
              </mc:Fallback>
            </mc:AlternateContent>
          </a:graphicData>
        </a:graphic>
      </p:graphicFrame>
      <p:graphicFrame>
        <p:nvGraphicFramePr>
          <p:cNvPr id="14340" name="Object 16"/>
          <p:cNvGraphicFramePr>
            <a:graphicFrameLocks noChangeAspect="1"/>
          </p:cNvGraphicFramePr>
          <p:nvPr/>
        </p:nvGraphicFramePr>
        <p:xfrm>
          <a:off x="1141413" y="3963988"/>
          <a:ext cx="3586162" cy="1065212"/>
        </p:xfrm>
        <a:graphic>
          <a:graphicData uri="http://schemas.openxmlformats.org/presentationml/2006/ole">
            <mc:AlternateContent xmlns:mc="http://schemas.openxmlformats.org/markup-compatibility/2006">
              <mc:Choice xmlns:v="urn:schemas-microsoft-com:vml" Requires="v">
                <p:oleObj r:id="rId6" imgW="1663700" imgH="495300" progId="Equation.DSMT4">
                  <p:embed/>
                </p:oleObj>
              </mc:Choice>
              <mc:Fallback>
                <p:oleObj r:id="rId6" imgW="1663700" imgH="495300" progId="Equation.DSMT4">
                  <p:embed/>
                  <p:pic>
                    <p:nvPicPr>
                      <p:cNvPr id="0" name="图片 3150"/>
                      <p:cNvPicPr/>
                      <p:nvPr/>
                    </p:nvPicPr>
                    <p:blipFill>
                      <a:blip r:embed="rId7"/>
                      <a:stretch>
                        <a:fillRect/>
                      </a:stretch>
                    </p:blipFill>
                    <p:spPr>
                      <a:xfrm>
                        <a:off x="1141413" y="3963988"/>
                        <a:ext cx="3586162" cy="1065212"/>
                      </a:xfrm>
                      <a:prstGeom prst="rect">
                        <a:avLst/>
                      </a:prstGeom>
                      <a:noFill/>
                      <a:ln w="38100">
                        <a:noFill/>
                        <a:miter/>
                      </a:ln>
                    </p:spPr>
                  </p:pic>
                </p:oleObj>
              </mc:Fallback>
            </mc:AlternateContent>
          </a:graphicData>
        </a:graphic>
      </p:graphicFrame>
      <p:graphicFrame>
        <p:nvGraphicFramePr>
          <p:cNvPr id="14341" name="Object 17"/>
          <p:cNvGraphicFramePr>
            <a:graphicFrameLocks noChangeAspect="1"/>
          </p:cNvGraphicFramePr>
          <p:nvPr/>
        </p:nvGraphicFramePr>
        <p:xfrm>
          <a:off x="1450975" y="5195888"/>
          <a:ext cx="3505200" cy="595312"/>
        </p:xfrm>
        <a:graphic>
          <a:graphicData uri="http://schemas.openxmlformats.org/presentationml/2006/ole">
            <mc:AlternateContent xmlns:mc="http://schemas.openxmlformats.org/markup-compatibility/2006">
              <mc:Choice xmlns:v="urn:schemas-microsoft-com:vml" Requires="v">
                <p:oleObj r:id="rId8" imgW="1625600" imgH="279400" progId="Equation.DSMT4">
                  <p:embed/>
                </p:oleObj>
              </mc:Choice>
              <mc:Fallback>
                <p:oleObj r:id="rId8" imgW="1625600" imgH="279400" progId="Equation.DSMT4">
                  <p:embed/>
                  <p:pic>
                    <p:nvPicPr>
                      <p:cNvPr id="0" name="图片 3151"/>
                      <p:cNvPicPr/>
                      <p:nvPr/>
                    </p:nvPicPr>
                    <p:blipFill>
                      <a:blip r:embed="rId9"/>
                      <a:stretch>
                        <a:fillRect/>
                      </a:stretch>
                    </p:blipFill>
                    <p:spPr>
                      <a:xfrm>
                        <a:off x="1450975" y="5195888"/>
                        <a:ext cx="3505200" cy="595312"/>
                      </a:xfrm>
                      <a:prstGeom prst="rect">
                        <a:avLst/>
                      </a:prstGeom>
                      <a:noFill/>
                      <a:ln w="38100">
                        <a:noFill/>
                        <a:miter/>
                      </a:ln>
                    </p:spPr>
                  </p:pic>
                </p:oleObj>
              </mc:Fallback>
            </mc:AlternateContent>
          </a:graphicData>
        </a:graphic>
      </p:graphicFrame>
      <p:graphicFrame>
        <p:nvGraphicFramePr>
          <p:cNvPr id="14342" name="Object 18"/>
          <p:cNvGraphicFramePr>
            <a:graphicFrameLocks noChangeAspect="1"/>
          </p:cNvGraphicFramePr>
          <p:nvPr/>
        </p:nvGraphicFramePr>
        <p:xfrm>
          <a:off x="917575" y="5756275"/>
          <a:ext cx="1006475" cy="492125"/>
        </p:xfrm>
        <a:graphic>
          <a:graphicData uri="http://schemas.openxmlformats.org/presentationml/2006/ole">
            <mc:AlternateContent xmlns:mc="http://schemas.openxmlformats.org/markup-compatibility/2006">
              <mc:Choice xmlns:v="urn:schemas-microsoft-com:vml" Requires="v">
                <p:oleObj r:id="rId10" imgW="469900" imgH="228600" progId="Equation.DSMT4">
                  <p:embed/>
                </p:oleObj>
              </mc:Choice>
              <mc:Fallback>
                <p:oleObj r:id="rId10" imgW="469900" imgH="228600" progId="Equation.DSMT4">
                  <p:embed/>
                  <p:pic>
                    <p:nvPicPr>
                      <p:cNvPr id="0" name="图片 3143"/>
                      <p:cNvPicPr/>
                      <p:nvPr/>
                    </p:nvPicPr>
                    <p:blipFill>
                      <a:blip r:embed="rId11"/>
                      <a:stretch>
                        <a:fillRect/>
                      </a:stretch>
                    </p:blipFill>
                    <p:spPr>
                      <a:xfrm>
                        <a:off x="917575" y="5756275"/>
                        <a:ext cx="1006475" cy="492125"/>
                      </a:xfrm>
                      <a:prstGeom prst="rect">
                        <a:avLst/>
                      </a:prstGeom>
                      <a:noFill/>
                      <a:ln w="38100">
                        <a:noFill/>
                        <a:miter/>
                      </a:ln>
                    </p:spPr>
                  </p:pic>
                </p:oleObj>
              </mc:Fallback>
            </mc:AlternateContent>
          </a:graphicData>
        </a:graphic>
      </p:graphicFrame>
      <p:graphicFrame>
        <p:nvGraphicFramePr>
          <p:cNvPr id="14343" name="Object 19"/>
          <p:cNvGraphicFramePr>
            <a:graphicFrameLocks noChangeAspect="1"/>
          </p:cNvGraphicFramePr>
          <p:nvPr/>
        </p:nvGraphicFramePr>
        <p:xfrm>
          <a:off x="1179513" y="609600"/>
          <a:ext cx="5757862" cy="1209675"/>
        </p:xfrm>
        <a:graphic>
          <a:graphicData uri="http://schemas.openxmlformats.org/presentationml/2006/ole">
            <mc:AlternateContent xmlns:mc="http://schemas.openxmlformats.org/markup-compatibility/2006">
              <mc:Choice xmlns:v="urn:schemas-microsoft-com:vml" Requires="v">
                <p:oleObj r:id="rId12" imgW="2679700" imgH="558800" progId="Equation.DSMT4">
                  <p:embed/>
                </p:oleObj>
              </mc:Choice>
              <mc:Fallback>
                <p:oleObj r:id="rId12" imgW="2679700" imgH="558800" progId="Equation.DSMT4">
                  <p:embed/>
                  <p:pic>
                    <p:nvPicPr>
                      <p:cNvPr id="0" name="图片 3153"/>
                      <p:cNvPicPr/>
                      <p:nvPr/>
                    </p:nvPicPr>
                    <p:blipFill>
                      <a:blip r:embed="rId13"/>
                      <a:stretch>
                        <a:fillRect/>
                      </a:stretch>
                    </p:blipFill>
                    <p:spPr>
                      <a:xfrm>
                        <a:off x="1179513" y="609600"/>
                        <a:ext cx="5757862" cy="1209675"/>
                      </a:xfrm>
                      <a:prstGeom prst="rect">
                        <a:avLst/>
                      </a:prstGeom>
                      <a:noFill/>
                      <a:ln w="38100">
                        <a:noFill/>
                        <a:miter/>
                      </a:ln>
                    </p:spPr>
                  </p:pic>
                </p:oleObj>
              </mc:Fallback>
            </mc:AlternateContent>
          </a:graphicData>
        </a:graphic>
      </p:graphicFrame>
      <p:graphicFrame>
        <p:nvGraphicFramePr>
          <p:cNvPr id="14344" name="Object 20"/>
          <p:cNvGraphicFramePr>
            <a:graphicFrameLocks noChangeAspect="1"/>
          </p:cNvGraphicFramePr>
          <p:nvPr/>
        </p:nvGraphicFramePr>
        <p:xfrm>
          <a:off x="1069975" y="1906588"/>
          <a:ext cx="5387975" cy="1065212"/>
        </p:xfrm>
        <a:graphic>
          <a:graphicData uri="http://schemas.openxmlformats.org/presentationml/2006/ole">
            <mc:AlternateContent xmlns:mc="http://schemas.openxmlformats.org/markup-compatibility/2006">
              <mc:Choice xmlns:v="urn:schemas-microsoft-com:vml" Requires="v">
                <p:oleObj r:id="rId14" imgW="2501900" imgH="495300" progId="Equation.DSMT4">
                  <p:embed/>
                </p:oleObj>
              </mc:Choice>
              <mc:Fallback>
                <p:oleObj r:id="rId14" imgW="2501900" imgH="495300" progId="Equation.DSMT4">
                  <p:embed/>
                  <p:pic>
                    <p:nvPicPr>
                      <p:cNvPr id="0" name="图片 3152"/>
                      <p:cNvPicPr/>
                      <p:nvPr/>
                    </p:nvPicPr>
                    <p:blipFill>
                      <a:blip r:embed="rId15"/>
                      <a:stretch>
                        <a:fillRect/>
                      </a:stretch>
                    </p:blipFill>
                    <p:spPr>
                      <a:xfrm>
                        <a:off x="1069975" y="1906588"/>
                        <a:ext cx="5387975" cy="1065212"/>
                      </a:xfrm>
                      <a:prstGeom prst="rect">
                        <a:avLst/>
                      </a:prstGeom>
                      <a:noFill/>
                      <a:ln w="38100">
                        <a:noFill/>
                        <a:miter/>
                      </a:ln>
                    </p:spPr>
                  </p:pic>
                </p:oleObj>
              </mc:Fallback>
            </mc:AlternateContent>
          </a:graphicData>
        </a:graphic>
      </p:graphicFrame>
      <p:sp>
        <p:nvSpPr>
          <p:cNvPr id="1434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19</a:t>
            </a:fld>
            <a:endParaRPr lang="zh-CN" alt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2" name="Rectangle 12"/>
          <p:cNvSpPr>
            <a:spLocks noRot="1"/>
          </p:cNvSpPr>
          <p:nvPr/>
        </p:nvSpPr>
        <p:spPr>
          <a:xfrm>
            <a:off x="146050" y="609600"/>
            <a:ext cx="8997950" cy="5489575"/>
          </a:xfrm>
          <a:prstGeom prst="rect">
            <a:avLst/>
          </a:prstGeom>
          <a:noFill/>
          <a:ln w="9525">
            <a:noFill/>
          </a:ln>
        </p:spPr>
        <p:txBody>
          <a:bodyPr/>
          <a:lstStyle/>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Times New Roman" panose="02020603050405020304" pitchFamily="18" charset="0"/>
              </a:rPr>
              <a:t>性质5：若                 ，则有：</a:t>
            </a:r>
          </a:p>
          <a:p>
            <a:pPr marL="342900" indent="-342900" eaLnBrk="1" hangingPunct="1">
              <a:lnSpc>
                <a:spcPct val="14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Times New Roman" panose="02020603050405020304" pitchFamily="18" charset="0"/>
            </a:endParaRP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FF"/>
                </a:solidFill>
                <a:latin typeface="Times New Roman" panose="02020603050405020304" pitchFamily="18" charset="0"/>
              </a:rPr>
              <a:t>证明：</a:t>
            </a:r>
          </a:p>
          <a:p>
            <a:pPr marL="342900" indent="-342900" eaLnBrk="1" hangingPunct="1">
              <a:lnSpc>
                <a:spcPct val="140000"/>
              </a:lnSpc>
              <a:spcBef>
                <a:spcPct val="20000"/>
              </a:spcBef>
              <a:buClr>
                <a:schemeClr val="hlink"/>
              </a:buClr>
              <a:buSzPct val="75000"/>
              <a:buFont typeface="Wingdings" panose="05000000000000000000" pitchFamily="2" charset="2"/>
            </a:pPr>
            <a:endParaRPr lang="zh-CN" altLang="en-US" sz="2800" b="1" dirty="0">
              <a:solidFill>
                <a:srgbClr val="0000FF"/>
              </a:solidFill>
              <a:latin typeface="Times New Roman" panose="02020603050405020304" pitchFamily="18" charset="0"/>
            </a:endParaRP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Times New Roman" panose="02020603050405020304" pitchFamily="18" charset="0"/>
              </a:rPr>
              <a:t>性质6：</a:t>
            </a:r>
            <a:r>
              <a:rPr lang="zh-CN" altLang="en-US" sz="2800" b="1" dirty="0">
                <a:solidFill>
                  <a:srgbClr val="000000"/>
                </a:solidFill>
                <a:latin typeface="宋体" panose="02010600030101010101" pitchFamily="2" charset="-122"/>
              </a:rPr>
              <a:t>在随机过程中，两随机过程的时间间隔越大，</a:t>
            </a: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宋体" panose="02010600030101010101" pitchFamily="2" charset="-122"/>
              </a:rPr>
              <a:t>它们的相关性越小。</a:t>
            </a:r>
            <a:r>
              <a:rPr lang="zh-CN" altLang="en-US" sz="2800" b="1" dirty="0">
                <a:solidFill>
                  <a:srgbClr val="0000FF"/>
                </a:solidFill>
                <a:latin typeface="Times New Roman" panose="02020603050405020304" pitchFamily="18" charset="0"/>
              </a:rPr>
              <a:t> </a:t>
            </a:r>
          </a:p>
        </p:txBody>
      </p:sp>
      <p:graphicFrame>
        <p:nvGraphicFramePr>
          <p:cNvPr id="15362" name="Object 13"/>
          <p:cNvGraphicFramePr>
            <a:graphicFrameLocks noChangeAspect="1"/>
          </p:cNvGraphicFramePr>
          <p:nvPr/>
        </p:nvGraphicFramePr>
        <p:xfrm>
          <a:off x="1828800" y="730250"/>
          <a:ext cx="1535113" cy="565150"/>
        </p:xfrm>
        <a:graphic>
          <a:graphicData uri="http://schemas.openxmlformats.org/presentationml/2006/ole">
            <mc:AlternateContent xmlns:mc="http://schemas.openxmlformats.org/markup-compatibility/2006">
              <mc:Choice xmlns:v="urn:schemas-microsoft-com:vml" Requires="v">
                <p:oleObj r:id="rId2" imgW="647700" imgH="241300" progId="Equation.3">
                  <p:embed/>
                </p:oleObj>
              </mc:Choice>
              <mc:Fallback>
                <p:oleObj r:id="rId2" imgW="647700" imgH="241300" progId="Equation.3">
                  <p:embed/>
                  <p:pic>
                    <p:nvPicPr>
                      <p:cNvPr id="0" name="图片 3154"/>
                      <p:cNvPicPr/>
                      <p:nvPr/>
                    </p:nvPicPr>
                    <p:blipFill>
                      <a:blip r:embed="rId3"/>
                      <a:stretch>
                        <a:fillRect/>
                      </a:stretch>
                    </p:blipFill>
                    <p:spPr>
                      <a:xfrm>
                        <a:off x="1828800" y="730250"/>
                        <a:ext cx="1535113" cy="565150"/>
                      </a:xfrm>
                      <a:prstGeom prst="rect">
                        <a:avLst/>
                      </a:prstGeom>
                      <a:noFill/>
                      <a:ln w="38100">
                        <a:noFill/>
                        <a:miter/>
                      </a:ln>
                    </p:spPr>
                  </p:pic>
                </p:oleObj>
              </mc:Fallback>
            </mc:AlternateContent>
          </a:graphicData>
        </a:graphic>
      </p:graphicFrame>
      <p:graphicFrame>
        <p:nvGraphicFramePr>
          <p:cNvPr id="15363" name="Object 14"/>
          <p:cNvGraphicFramePr>
            <a:graphicFrameLocks noChangeAspect="1"/>
          </p:cNvGraphicFramePr>
          <p:nvPr/>
        </p:nvGraphicFramePr>
        <p:xfrm>
          <a:off x="1219200" y="1371600"/>
          <a:ext cx="2527300" cy="566738"/>
        </p:xfrm>
        <a:graphic>
          <a:graphicData uri="http://schemas.openxmlformats.org/presentationml/2006/ole">
            <mc:AlternateContent xmlns:mc="http://schemas.openxmlformats.org/markup-compatibility/2006">
              <mc:Choice xmlns:v="urn:schemas-microsoft-com:vml" Requires="v">
                <p:oleObj r:id="rId4" imgW="1066800" imgH="241300" progId="Equation.3">
                  <p:embed/>
                </p:oleObj>
              </mc:Choice>
              <mc:Fallback>
                <p:oleObj r:id="rId4" imgW="1066800" imgH="241300" progId="Equation.3">
                  <p:embed/>
                  <p:pic>
                    <p:nvPicPr>
                      <p:cNvPr id="0" name="图片 3148"/>
                      <p:cNvPicPr/>
                      <p:nvPr/>
                    </p:nvPicPr>
                    <p:blipFill>
                      <a:blip r:embed="rId5"/>
                      <a:stretch>
                        <a:fillRect/>
                      </a:stretch>
                    </p:blipFill>
                    <p:spPr>
                      <a:xfrm>
                        <a:off x="1219200" y="1371600"/>
                        <a:ext cx="2527300" cy="566738"/>
                      </a:xfrm>
                      <a:prstGeom prst="rect">
                        <a:avLst/>
                      </a:prstGeom>
                      <a:noFill/>
                      <a:ln w="38100">
                        <a:noFill/>
                        <a:miter/>
                      </a:ln>
                    </p:spPr>
                  </p:pic>
                </p:oleObj>
              </mc:Fallback>
            </mc:AlternateContent>
          </a:graphicData>
        </a:graphic>
      </p:graphicFrame>
      <p:graphicFrame>
        <p:nvGraphicFramePr>
          <p:cNvPr id="15364" name="Object 15"/>
          <p:cNvGraphicFramePr>
            <a:graphicFrameLocks noChangeAspect="1"/>
          </p:cNvGraphicFramePr>
          <p:nvPr/>
        </p:nvGraphicFramePr>
        <p:xfrm>
          <a:off x="4191000" y="1371600"/>
          <a:ext cx="2551113" cy="566738"/>
        </p:xfrm>
        <a:graphic>
          <a:graphicData uri="http://schemas.openxmlformats.org/presentationml/2006/ole">
            <mc:AlternateContent xmlns:mc="http://schemas.openxmlformats.org/markup-compatibility/2006">
              <mc:Choice xmlns:v="urn:schemas-microsoft-com:vml" Requires="v">
                <p:oleObj r:id="rId6" imgW="1078865" imgH="241300" progId="Equation.3">
                  <p:embed/>
                </p:oleObj>
              </mc:Choice>
              <mc:Fallback>
                <p:oleObj r:id="rId6" imgW="1078865" imgH="241300" progId="Equation.3">
                  <p:embed/>
                  <p:pic>
                    <p:nvPicPr>
                      <p:cNvPr id="0" name="图片 3158"/>
                      <p:cNvPicPr/>
                      <p:nvPr/>
                    </p:nvPicPr>
                    <p:blipFill>
                      <a:blip r:embed="rId7"/>
                      <a:stretch>
                        <a:fillRect/>
                      </a:stretch>
                    </p:blipFill>
                    <p:spPr>
                      <a:xfrm>
                        <a:off x="4191000" y="1371600"/>
                        <a:ext cx="2551113" cy="566738"/>
                      </a:xfrm>
                      <a:prstGeom prst="rect">
                        <a:avLst/>
                      </a:prstGeom>
                      <a:noFill/>
                      <a:ln w="38100">
                        <a:noFill/>
                        <a:miter/>
                      </a:ln>
                    </p:spPr>
                  </p:pic>
                </p:oleObj>
              </mc:Fallback>
            </mc:AlternateContent>
          </a:graphicData>
        </a:graphic>
      </p:graphicFrame>
      <p:graphicFrame>
        <p:nvGraphicFramePr>
          <p:cNvPr id="15365" name="Object 16"/>
          <p:cNvGraphicFramePr>
            <a:graphicFrameLocks noChangeAspect="1"/>
          </p:cNvGraphicFramePr>
          <p:nvPr/>
        </p:nvGraphicFramePr>
        <p:xfrm>
          <a:off x="1600200" y="2133600"/>
          <a:ext cx="2892425" cy="565150"/>
        </p:xfrm>
        <a:graphic>
          <a:graphicData uri="http://schemas.openxmlformats.org/presentationml/2006/ole">
            <mc:AlternateContent xmlns:mc="http://schemas.openxmlformats.org/markup-compatibility/2006">
              <mc:Choice xmlns:v="urn:schemas-microsoft-com:vml" Requires="v">
                <p:oleObj r:id="rId8" imgW="1218565" imgH="241300" progId="Equation.DSMT4">
                  <p:embed/>
                </p:oleObj>
              </mc:Choice>
              <mc:Fallback>
                <p:oleObj r:id="rId8" imgW="1218565" imgH="241300" progId="Equation.DSMT4">
                  <p:embed/>
                  <p:pic>
                    <p:nvPicPr>
                      <p:cNvPr id="0" name="图片 3147"/>
                      <p:cNvPicPr/>
                      <p:nvPr/>
                    </p:nvPicPr>
                    <p:blipFill>
                      <a:blip r:embed="rId9"/>
                      <a:stretch>
                        <a:fillRect/>
                      </a:stretch>
                    </p:blipFill>
                    <p:spPr>
                      <a:xfrm>
                        <a:off x="1600200" y="2133600"/>
                        <a:ext cx="2892425" cy="565150"/>
                      </a:xfrm>
                      <a:prstGeom prst="rect">
                        <a:avLst/>
                      </a:prstGeom>
                      <a:noFill/>
                      <a:ln w="38100">
                        <a:noFill/>
                        <a:miter/>
                      </a:ln>
                    </p:spPr>
                  </p:pic>
                </p:oleObj>
              </mc:Fallback>
            </mc:AlternateContent>
          </a:graphicData>
        </a:graphic>
      </p:graphicFrame>
      <p:graphicFrame>
        <p:nvGraphicFramePr>
          <p:cNvPr id="15366" name="Object 17"/>
          <p:cNvGraphicFramePr>
            <a:graphicFrameLocks noChangeAspect="1"/>
          </p:cNvGraphicFramePr>
          <p:nvPr/>
        </p:nvGraphicFramePr>
        <p:xfrm>
          <a:off x="2667000" y="2709863"/>
          <a:ext cx="2438400" cy="566737"/>
        </p:xfrm>
        <a:graphic>
          <a:graphicData uri="http://schemas.openxmlformats.org/presentationml/2006/ole">
            <mc:AlternateContent xmlns:mc="http://schemas.openxmlformats.org/markup-compatibility/2006">
              <mc:Choice xmlns:v="urn:schemas-microsoft-com:vml" Requires="v">
                <p:oleObj r:id="rId10" imgW="1028065" imgH="241300" progId="Equation.DSMT4">
                  <p:embed/>
                </p:oleObj>
              </mc:Choice>
              <mc:Fallback>
                <p:oleObj r:id="rId10" imgW="1028065" imgH="241300" progId="Equation.DSMT4">
                  <p:embed/>
                  <p:pic>
                    <p:nvPicPr>
                      <p:cNvPr id="0" name="图片 3159"/>
                      <p:cNvPicPr/>
                      <p:nvPr/>
                    </p:nvPicPr>
                    <p:blipFill>
                      <a:blip r:embed="rId11"/>
                      <a:stretch>
                        <a:fillRect/>
                      </a:stretch>
                    </p:blipFill>
                    <p:spPr>
                      <a:xfrm>
                        <a:off x="2667000" y="2709863"/>
                        <a:ext cx="2438400" cy="566737"/>
                      </a:xfrm>
                      <a:prstGeom prst="rect">
                        <a:avLst/>
                      </a:prstGeom>
                      <a:noFill/>
                      <a:ln w="38100">
                        <a:noFill/>
                        <a:miter/>
                      </a:ln>
                    </p:spPr>
                  </p:pic>
                </p:oleObj>
              </mc:Fallback>
            </mc:AlternateContent>
          </a:graphicData>
        </a:graphic>
      </p:graphicFrame>
      <p:graphicFrame>
        <p:nvGraphicFramePr>
          <p:cNvPr id="15367" name="Object 18"/>
          <p:cNvGraphicFramePr>
            <a:graphicFrameLocks noChangeAspect="1"/>
          </p:cNvGraphicFramePr>
          <p:nvPr/>
        </p:nvGraphicFramePr>
        <p:xfrm>
          <a:off x="5105400" y="2732088"/>
          <a:ext cx="1379538" cy="544512"/>
        </p:xfrm>
        <a:graphic>
          <a:graphicData uri="http://schemas.openxmlformats.org/presentationml/2006/ole">
            <mc:AlternateContent xmlns:mc="http://schemas.openxmlformats.org/markup-compatibility/2006">
              <mc:Choice xmlns:v="urn:schemas-microsoft-com:vml" Requires="v">
                <p:oleObj r:id="rId12" imgW="584200" imgH="228600" progId="Equation.DSMT4">
                  <p:embed/>
                </p:oleObj>
              </mc:Choice>
              <mc:Fallback>
                <p:oleObj r:id="rId12" imgW="584200" imgH="228600" progId="Equation.DSMT4">
                  <p:embed/>
                  <p:pic>
                    <p:nvPicPr>
                      <p:cNvPr id="0" name="图片 3161"/>
                      <p:cNvPicPr/>
                      <p:nvPr/>
                    </p:nvPicPr>
                    <p:blipFill>
                      <a:blip r:embed="rId13"/>
                      <a:stretch>
                        <a:fillRect/>
                      </a:stretch>
                    </p:blipFill>
                    <p:spPr>
                      <a:xfrm>
                        <a:off x="5105400" y="2732088"/>
                        <a:ext cx="1379538" cy="544512"/>
                      </a:xfrm>
                      <a:prstGeom prst="rect">
                        <a:avLst/>
                      </a:prstGeom>
                      <a:noFill/>
                      <a:ln w="38100">
                        <a:noFill/>
                        <a:miter/>
                      </a:ln>
                    </p:spPr>
                  </p:pic>
                </p:oleObj>
              </mc:Fallback>
            </mc:AlternateContent>
          </a:graphicData>
        </a:graphic>
      </p:graphicFrame>
      <p:graphicFrame>
        <p:nvGraphicFramePr>
          <p:cNvPr id="15368" name="Object 22"/>
          <p:cNvGraphicFramePr>
            <a:graphicFrameLocks noChangeAspect="1"/>
          </p:cNvGraphicFramePr>
          <p:nvPr/>
        </p:nvGraphicFramePr>
        <p:xfrm>
          <a:off x="1371600" y="4800600"/>
          <a:ext cx="2103438" cy="603250"/>
        </p:xfrm>
        <a:graphic>
          <a:graphicData uri="http://schemas.openxmlformats.org/presentationml/2006/ole">
            <mc:AlternateContent xmlns:mc="http://schemas.openxmlformats.org/markup-compatibility/2006">
              <mc:Choice xmlns:v="urn:schemas-microsoft-com:vml" Requires="v">
                <p:oleObj r:id="rId14" imgW="965200" imgH="279400" progId="Equation.3">
                  <p:embed/>
                </p:oleObj>
              </mc:Choice>
              <mc:Fallback>
                <p:oleObj r:id="rId14" imgW="965200" imgH="279400" progId="Equation.3">
                  <p:embed/>
                  <p:pic>
                    <p:nvPicPr>
                      <p:cNvPr id="0" name="图片 3160"/>
                      <p:cNvPicPr/>
                      <p:nvPr/>
                    </p:nvPicPr>
                    <p:blipFill>
                      <a:blip r:embed="rId15"/>
                      <a:stretch>
                        <a:fillRect/>
                      </a:stretch>
                    </p:blipFill>
                    <p:spPr>
                      <a:xfrm>
                        <a:off x="1371600" y="4800600"/>
                        <a:ext cx="2103438" cy="603250"/>
                      </a:xfrm>
                      <a:prstGeom prst="rect">
                        <a:avLst/>
                      </a:prstGeom>
                      <a:noFill/>
                      <a:ln w="38100">
                        <a:noFill/>
                        <a:miter/>
                      </a:ln>
                    </p:spPr>
                  </p:pic>
                </p:oleObj>
              </mc:Fallback>
            </mc:AlternateContent>
          </a:graphicData>
        </a:graphic>
      </p:graphicFrame>
      <p:graphicFrame>
        <p:nvGraphicFramePr>
          <p:cNvPr id="15369" name="Object 21"/>
          <p:cNvGraphicFramePr>
            <a:graphicFrameLocks noChangeAspect="1"/>
          </p:cNvGraphicFramePr>
          <p:nvPr/>
        </p:nvGraphicFramePr>
        <p:xfrm>
          <a:off x="4525963" y="4800600"/>
          <a:ext cx="2103437" cy="603250"/>
        </p:xfrm>
        <a:graphic>
          <a:graphicData uri="http://schemas.openxmlformats.org/presentationml/2006/ole">
            <mc:AlternateContent xmlns:mc="http://schemas.openxmlformats.org/markup-compatibility/2006">
              <mc:Choice xmlns:v="urn:schemas-microsoft-com:vml" Requires="v">
                <p:oleObj r:id="rId16" imgW="965200" imgH="279400" progId="Equation.3">
                  <p:embed/>
                </p:oleObj>
              </mc:Choice>
              <mc:Fallback>
                <p:oleObj r:id="rId16" imgW="965200" imgH="279400" progId="Equation.3">
                  <p:embed/>
                  <p:pic>
                    <p:nvPicPr>
                      <p:cNvPr id="0" name="图片 3163"/>
                      <p:cNvPicPr/>
                      <p:nvPr/>
                    </p:nvPicPr>
                    <p:blipFill>
                      <a:blip r:embed="rId17"/>
                      <a:stretch>
                        <a:fillRect/>
                      </a:stretch>
                    </p:blipFill>
                    <p:spPr>
                      <a:xfrm>
                        <a:off x="4525963" y="4800600"/>
                        <a:ext cx="2103437" cy="603250"/>
                      </a:xfrm>
                      <a:prstGeom prst="rect">
                        <a:avLst/>
                      </a:prstGeom>
                      <a:noFill/>
                      <a:ln w="38100">
                        <a:noFill/>
                        <a:miter/>
                      </a:ln>
                    </p:spPr>
                  </p:pic>
                </p:oleObj>
              </mc:Fallback>
            </mc:AlternateContent>
          </a:graphicData>
        </a:graphic>
      </p:graphicFrame>
      <p:graphicFrame>
        <p:nvGraphicFramePr>
          <p:cNvPr id="15370" name="Object 20"/>
          <p:cNvGraphicFramePr>
            <a:graphicFrameLocks noChangeAspect="1"/>
          </p:cNvGraphicFramePr>
          <p:nvPr/>
        </p:nvGraphicFramePr>
        <p:xfrm>
          <a:off x="1347788" y="5410200"/>
          <a:ext cx="2309812" cy="644525"/>
        </p:xfrm>
        <a:graphic>
          <a:graphicData uri="http://schemas.openxmlformats.org/presentationml/2006/ole">
            <mc:AlternateContent xmlns:mc="http://schemas.openxmlformats.org/markup-compatibility/2006">
              <mc:Choice xmlns:v="urn:schemas-microsoft-com:vml" Requires="v">
                <p:oleObj r:id="rId18" imgW="1054100" imgH="292100" progId="Equation.3">
                  <p:embed/>
                </p:oleObj>
              </mc:Choice>
              <mc:Fallback>
                <p:oleObj r:id="rId18" imgW="1054100" imgH="292100" progId="Equation.3">
                  <p:embed/>
                  <p:pic>
                    <p:nvPicPr>
                      <p:cNvPr id="0" name="图片 3164"/>
                      <p:cNvPicPr/>
                      <p:nvPr/>
                    </p:nvPicPr>
                    <p:blipFill>
                      <a:blip r:embed="rId19"/>
                      <a:stretch>
                        <a:fillRect/>
                      </a:stretch>
                    </p:blipFill>
                    <p:spPr>
                      <a:xfrm>
                        <a:off x="1347788" y="5410200"/>
                        <a:ext cx="2309812" cy="644525"/>
                      </a:xfrm>
                      <a:prstGeom prst="rect">
                        <a:avLst/>
                      </a:prstGeom>
                      <a:noFill/>
                      <a:ln w="38100">
                        <a:noFill/>
                        <a:miter/>
                      </a:ln>
                    </p:spPr>
                  </p:pic>
                </p:oleObj>
              </mc:Fallback>
            </mc:AlternateContent>
          </a:graphicData>
        </a:graphic>
      </p:graphicFrame>
      <p:graphicFrame>
        <p:nvGraphicFramePr>
          <p:cNvPr id="15371" name="Object 19"/>
          <p:cNvGraphicFramePr>
            <a:graphicFrameLocks noChangeAspect="1"/>
          </p:cNvGraphicFramePr>
          <p:nvPr/>
        </p:nvGraphicFramePr>
        <p:xfrm>
          <a:off x="4495800" y="5416550"/>
          <a:ext cx="2667000" cy="603250"/>
        </p:xfrm>
        <a:graphic>
          <a:graphicData uri="http://schemas.openxmlformats.org/presentationml/2006/ole">
            <mc:AlternateContent xmlns:mc="http://schemas.openxmlformats.org/markup-compatibility/2006">
              <mc:Choice xmlns:v="urn:schemas-microsoft-com:vml" Requires="v">
                <p:oleObj r:id="rId20" imgW="1219200" imgH="279400" progId="Equation.3">
                  <p:embed/>
                </p:oleObj>
              </mc:Choice>
              <mc:Fallback>
                <p:oleObj r:id="rId20" imgW="1219200" imgH="279400" progId="Equation.3">
                  <p:embed/>
                  <p:pic>
                    <p:nvPicPr>
                      <p:cNvPr id="0" name="图片 3162"/>
                      <p:cNvPicPr/>
                      <p:nvPr/>
                    </p:nvPicPr>
                    <p:blipFill>
                      <a:blip r:embed="rId21"/>
                      <a:stretch>
                        <a:fillRect/>
                      </a:stretch>
                    </p:blipFill>
                    <p:spPr>
                      <a:xfrm>
                        <a:off x="4495800" y="5416550"/>
                        <a:ext cx="2667000" cy="603250"/>
                      </a:xfrm>
                      <a:prstGeom prst="rect">
                        <a:avLst/>
                      </a:prstGeom>
                      <a:noFill/>
                      <a:ln w="38100">
                        <a:noFill/>
                        <a:miter/>
                      </a:ln>
                    </p:spPr>
                  </p:pic>
                </p:oleObj>
              </mc:Fallback>
            </mc:AlternateContent>
          </a:graphicData>
        </a:graphic>
      </p:graphicFrame>
      <p:sp>
        <p:nvSpPr>
          <p:cNvPr id="15373"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20</a:t>
            </a:fld>
            <a:endParaRPr lang="zh-CN" alt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96" name="Group 52"/>
          <p:cNvGrpSpPr>
            <a:grpSpLocks noChangeAspect="1"/>
          </p:cNvGrpSpPr>
          <p:nvPr/>
        </p:nvGrpSpPr>
        <p:grpSpPr>
          <a:xfrm>
            <a:off x="125095" y="764540"/>
            <a:ext cx="8893175" cy="3846195"/>
            <a:chOff x="1800" y="1986"/>
            <a:chExt cx="9180" cy="3276"/>
          </a:xfrm>
        </p:grpSpPr>
        <p:sp>
          <p:nvSpPr>
            <p:cNvPr id="16399" name="AutoShape 53" descr="羊皮纸"/>
            <p:cNvSpPr>
              <a:spLocks noChangeAspect="1"/>
            </p:cNvSpPr>
            <p:nvPr/>
          </p:nvSpPr>
          <p:spPr>
            <a:xfrm>
              <a:off x="1800" y="1986"/>
              <a:ext cx="9180" cy="3276"/>
            </a:xfrm>
            <a:prstGeom prst="rect">
              <a:avLst/>
            </a:prstGeom>
            <a:blipFill rotWithShape="1">
              <a:blip r:embed="rId2"/>
            </a:blipFill>
            <a:ln w="9525">
              <a:noFill/>
            </a:ln>
          </p:spPr>
          <p:txBody>
            <a:bodyPr/>
            <a:lstStyle/>
            <a:p>
              <a:pPr eaLnBrk="1" hangingPunct="1"/>
              <a:endParaRPr lang="zh-CN" altLang="en-US" b="1" dirty="0">
                <a:latin typeface="Arial" panose="020B0604020202020204" pitchFamily="34" charset="0"/>
              </a:endParaRPr>
            </a:p>
          </p:txBody>
        </p:sp>
        <p:sp>
          <p:nvSpPr>
            <p:cNvPr id="16400" name="Line 54"/>
            <p:cNvSpPr/>
            <p:nvPr/>
          </p:nvSpPr>
          <p:spPr>
            <a:xfrm>
              <a:off x="1980" y="4562"/>
              <a:ext cx="4123" cy="0"/>
            </a:xfrm>
            <a:prstGeom prst="line">
              <a:avLst/>
            </a:prstGeom>
            <a:ln w="9525" cap="flat" cmpd="sng">
              <a:solidFill>
                <a:srgbClr val="000000"/>
              </a:solidFill>
              <a:prstDash val="solid"/>
              <a:miter/>
              <a:headEnd type="none" w="med" len="med"/>
              <a:tailEnd type="triangle" w="med" len="med"/>
            </a:ln>
          </p:spPr>
        </p:sp>
        <p:sp>
          <p:nvSpPr>
            <p:cNvPr id="16401" name="Line 55"/>
            <p:cNvSpPr/>
            <p:nvPr/>
          </p:nvSpPr>
          <p:spPr>
            <a:xfrm flipV="1">
              <a:off x="3920" y="2541"/>
              <a:ext cx="0" cy="2021"/>
            </a:xfrm>
            <a:prstGeom prst="line">
              <a:avLst/>
            </a:prstGeom>
            <a:ln w="9525" cap="flat" cmpd="sng">
              <a:solidFill>
                <a:srgbClr val="000000"/>
              </a:solidFill>
              <a:prstDash val="solid"/>
              <a:miter/>
              <a:headEnd type="none" w="med" len="med"/>
              <a:tailEnd type="triangle" w="med" len="med"/>
            </a:ln>
          </p:spPr>
        </p:sp>
        <p:sp>
          <p:nvSpPr>
            <p:cNvPr id="16402" name="Line 56"/>
            <p:cNvSpPr/>
            <p:nvPr/>
          </p:nvSpPr>
          <p:spPr>
            <a:xfrm flipV="1">
              <a:off x="4163" y="3511"/>
              <a:ext cx="0" cy="1051"/>
            </a:xfrm>
            <a:prstGeom prst="line">
              <a:avLst/>
            </a:prstGeom>
            <a:ln w="9525" cap="flat" cmpd="sng">
              <a:solidFill>
                <a:srgbClr val="000000"/>
              </a:solidFill>
              <a:prstDash val="solid"/>
              <a:miter/>
              <a:headEnd type="none" w="med" len="med"/>
              <a:tailEnd type="oval" w="med" len="med"/>
            </a:ln>
          </p:spPr>
        </p:sp>
        <p:sp>
          <p:nvSpPr>
            <p:cNvPr id="16403" name="Line 57"/>
            <p:cNvSpPr/>
            <p:nvPr/>
          </p:nvSpPr>
          <p:spPr>
            <a:xfrm flipV="1">
              <a:off x="3678" y="3511"/>
              <a:ext cx="0" cy="1051"/>
            </a:xfrm>
            <a:prstGeom prst="line">
              <a:avLst/>
            </a:prstGeom>
            <a:ln w="9525" cap="flat" cmpd="sng">
              <a:solidFill>
                <a:srgbClr val="000000"/>
              </a:solidFill>
              <a:prstDash val="solid"/>
              <a:miter/>
              <a:headEnd type="none" w="med" len="med"/>
              <a:tailEnd type="oval" w="med" len="med"/>
            </a:ln>
          </p:spPr>
        </p:sp>
        <p:sp>
          <p:nvSpPr>
            <p:cNvPr id="16404" name="Line 58"/>
            <p:cNvSpPr/>
            <p:nvPr/>
          </p:nvSpPr>
          <p:spPr>
            <a:xfrm flipV="1">
              <a:off x="3920" y="3107"/>
              <a:ext cx="0" cy="1455"/>
            </a:xfrm>
            <a:prstGeom prst="line">
              <a:avLst/>
            </a:prstGeom>
            <a:ln w="9525" cap="flat" cmpd="sng">
              <a:solidFill>
                <a:srgbClr val="000000"/>
              </a:solidFill>
              <a:prstDash val="solid"/>
              <a:miter/>
              <a:headEnd type="none" w="med" len="med"/>
              <a:tailEnd type="oval" w="med" len="med"/>
            </a:ln>
          </p:spPr>
        </p:sp>
        <p:sp>
          <p:nvSpPr>
            <p:cNvPr id="16405" name="Line 59"/>
            <p:cNvSpPr/>
            <p:nvPr/>
          </p:nvSpPr>
          <p:spPr>
            <a:xfrm flipV="1">
              <a:off x="4405" y="3834"/>
              <a:ext cx="0" cy="728"/>
            </a:xfrm>
            <a:prstGeom prst="line">
              <a:avLst/>
            </a:prstGeom>
            <a:ln w="9525" cap="flat" cmpd="sng">
              <a:solidFill>
                <a:srgbClr val="000000"/>
              </a:solidFill>
              <a:prstDash val="solid"/>
              <a:miter/>
              <a:headEnd type="none" w="med" len="med"/>
              <a:tailEnd type="oval" w="med" len="med"/>
            </a:ln>
          </p:spPr>
        </p:sp>
        <p:sp>
          <p:nvSpPr>
            <p:cNvPr id="16406" name="Line 60"/>
            <p:cNvSpPr/>
            <p:nvPr/>
          </p:nvSpPr>
          <p:spPr>
            <a:xfrm flipV="1">
              <a:off x="3435" y="3834"/>
              <a:ext cx="0" cy="728"/>
            </a:xfrm>
            <a:prstGeom prst="line">
              <a:avLst/>
            </a:prstGeom>
            <a:ln w="9525" cap="flat" cmpd="sng">
              <a:solidFill>
                <a:srgbClr val="000000"/>
              </a:solidFill>
              <a:prstDash val="solid"/>
              <a:miter/>
              <a:headEnd type="none" w="med" len="med"/>
              <a:tailEnd type="oval" w="med" len="med"/>
            </a:ln>
          </p:spPr>
        </p:sp>
        <p:sp>
          <p:nvSpPr>
            <p:cNvPr id="16407" name="Line 61"/>
            <p:cNvSpPr/>
            <p:nvPr/>
          </p:nvSpPr>
          <p:spPr>
            <a:xfrm flipV="1">
              <a:off x="3193" y="3996"/>
              <a:ext cx="0" cy="566"/>
            </a:xfrm>
            <a:prstGeom prst="line">
              <a:avLst/>
            </a:prstGeom>
            <a:ln w="9525" cap="flat" cmpd="sng">
              <a:solidFill>
                <a:srgbClr val="000000"/>
              </a:solidFill>
              <a:prstDash val="solid"/>
              <a:miter/>
              <a:headEnd type="none" w="med" len="med"/>
              <a:tailEnd type="oval" w="med" len="med"/>
            </a:ln>
          </p:spPr>
        </p:sp>
        <p:sp>
          <p:nvSpPr>
            <p:cNvPr id="16408" name="Line 62"/>
            <p:cNvSpPr/>
            <p:nvPr/>
          </p:nvSpPr>
          <p:spPr>
            <a:xfrm flipV="1">
              <a:off x="4648" y="3996"/>
              <a:ext cx="0" cy="566"/>
            </a:xfrm>
            <a:prstGeom prst="line">
              <a:avLst/>
            </a:prstGeom>
            <a:ln w="9525" cap="flat" cmpd="sng">
              <a:solidFill>
                <a:srgbClr val="000000"/>
              </a:solidFill>
              <a:prstDash val="solid"/>
              <a:miter/>
              <a:headEnd type="none" w="med" len="med"/>
              <a:tailEnd type="oval" w="med" len="med"/>
            </a:ln>
          </p:spPr>
        </p:sp>
        <p:sp>
          <p:nvSpPr>
            <p:cNvPr id="16409" name="Line 63"/>
            <p:cNvSpPr/>
            <p:nvPr/>
          </p:nvSpPr>
          <p:spPr>
            <a:xfrm flipV="1">
              <a:off x="2950" y="4158"/>
              <a:ext cx="0" cy="404"/>
            </a:xfrm>
            <a:prstGeom prst="line">
              <a:avLst/>
            </a:prstGeom>
            <a:ln w="9525" cap="flat" cmpd="sng">
              <a:solidFill>
                <a:srgbClr val="000000"/>
              </a:solidFill>
              <a:prstDash val="solid"/>
              <a:miter/>
              <a:headEnd type="none" w="med" len="med"/>
              <a:tailEnd type="oval" w="med" len="med"/>
            </a:ln>
          </p:spPr>
        </p:sp>
        <p:sp>
          <p:nvSpPr>
            <p:cNvPr id="16410" name="Line 64"/>
            <p:cNvSpPr/>
            <p:nvPr/>
          </p:nvSpPr>
          <p:spPr>
            <a:xfrm flipV="1">
              <a:off x="4890" y="4158"/>
              <a:ext cx="0" cy="404"/>
            </a:xfrm>
            <a:prstGeom prst="line">
              <a:avLst/>
            </a:prstGeom>
            <a:ln w="9525" cap="flat" cmpd="sng">
              <a:solidFill>
                <a:srgbClr val="000000"/>
              </a:solidFill>
              <a:prstDash val="solid"/>
              <a:miter/>
              <a:headEnd type="none" w="med" len="med"/>
              <a:tailEnd type="oval" w="med" len="med"/>
            </a:ln>
          </p:spPr>
        </p:sp>
        <p:sp>
          <p:nvSpPr>
            <p:cNvPr id="16411" name="Line 65"/>
            <p:cNvSpPr/>
            <p:nvPr/>
          </p:nvSpPr>
          <p:spPr>
            <a:xfrm>
              <a:off x="2708" y="4238"/>
              <a:ext cx="2506" cy="0"/>
            </a:xfrm>
            <a:prstGeom prst="line">
              <a:avLst/>
            </a:prstGeom>
            <a:ln w="9525" cap="flat" cmpd="sng">
              <a:solidFill>
                <a:srgbClr val="000000"/>
              </a:solidFill>
              <a:prstDash val="sysDot"/>
              <a:miter/>
              <a:headEnd type="none" w="med" len="med"/>
              <a:tailEnd type="none" w="med" len="med"/>
            </a:ln>
          </p:spPr>
        </p:sp>
        <p:sp>
          <p:nvSpPr>
            <p:cNvPr id="16412" name="Freeform 66"/>
            <p:cNvSpPr/>
            <p:nvPr/>
          </p:nvSpPr>
          <p:spPr>
            <a:xfrm>
              <a:off x="3920" y="3107"/>
              <a:ext cx="1294" cy="1131"/>
            </a:xfrm>
            <a:custGeom>
              <a:avLst/>
              <a:gdLst>
                <a:gd name="txL" fmla="*/ 0 w 768"/>
                <a:gd name="txT" fmla="*/ 0 h 672"/>
                <a:gd name="txR" fmla="*/ 768 w 768"/>
                <a:gd name="txB" fmla="*/ 672 h 672"/>
              </a:gdLst>
              <a:ahLst/>
              <a:cxnLst>
                <a:cxn ang="0">
                  <a:pos x="0" y="0"/>
                </a:cxn>
                <a:cxn ang="0">
                  <a:pos x="26561" y="43756"/>
                </a:cxn>
                <a:cxn ang="0">
                  <a:pos x="53079" y="78800"/>
                </a:cxn>
                <a:cxn ang="0">
                  <a:pos x="88548" y="105008"/>
                </a:cxn>
                <a:cxn ang="0">
                  <a:pos x="141604" y="122592"/>
                </a:cxn>
              </a:cxnLst>
              <a:rect l="txL" t="txT" r="txR" b="txB"/>
              <a:pathLst>
                <a:path w="768" h="672">
                  <a:moveTo>
                    <a:pt x="0" y="0"/>
                  </a:moveTo>
                  <a:cubicBezTo>
                    <a:pt x="48" y="84"/>
                    <a:pt x="96" y="168"/>
                    <a:pt x="144" y="240"/>
                  </a:cubicBezTo>
                  <a:cubicBezTo>
                    <a:pt x="192" y="312"/>
                    <a:pt x="232" y="376"/>
                    <a:pt x="288" y="432"/>
                  </a:cubicBezTo>
                  <a:cubicBezTo>
                    <a:pt x="344" y="488"/>
                    <a:pt x="400" y="536"/>
                    <a:pt x="480" y="576"/>
                  </a:cubicBezTo>
                  <a:cubicBezTo>
                    <a:pt x="560" y="616"/>
                    <a:pt x="664" y="644"/>
                    <a:pt x="768"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6413" name="Freeform 67"/>
            <p:cNvSpPr/>
            <p:nvPr/>
          </p:nvSpPr>
          <p:spPr>
            <a:xfrm>
              <a:off x="2789" y="3107"/>
              <a:ext cx="1131" cy="1131"/>
            </a:xfrm>
            <a:custGeom>
              <a:avLst/>
              <a:gdLst>
                <a:gd name="txL" fmla="*/ 0 w 672"/>
                <a:gd name="txT" fmla="*/ 0 h 672"/>
                <a:gd name="txR" fmla="*/ 672 w 672"/>
                <a:gd name="txB" fmla="*/ 672 h 672"/>
              </a:gdLst>
              <a:ahLst/>
              <a:cxnLst>
                <a:cxn ang="0">
                  <a:pos x="122592" y="0"/>
                </a:cxn>
                <a:cxn ang="0">
                  <a:pos x="96325" y="43756"/>
                </a:cxn>
                <a:cxn ang="0">
                  <a:pos x="69952" y="78800"/>
                </a:cxn>
                <a:cxn ang="0">
                  <a:pos x="0" y="122592"/>
                </a:cxn>
              </a:cxnLst>
              <a:rect l="txL" t="txT" r="txR" b="txB"/>
              <a:pathLst>
                <a:path w="672" h="672">
                  <a:moveTo>
                    <a:pt x="672" y="0"/>
                  </a:moveTo>
                  <a:cubicBezTo>
                    <a:pt x="624" y="84"/>
                    <a:pt x="576" y="168"/>
                    <a:pt x="528" y="240"/>
                  </a:cubicBezTo>
                  <a:cubicBezTo>
                    <a:pt x="480" y="312"/>
                    <a:pt x="472" y="360"/>
                    <a:pt x="384" y="432"/>
                  </a:cubicBezTo>
                  <a:cubicBezTo>
                    <a:pt x="296" y="504"/>
                    <a:pt x="64" y="632"/>
                    <a:pt x="0"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6414" name="Line 68"/>
            <p:cNvSpPr/>
            <p:nvPr/>
          </p:nvSpPr>
          <p:spPr>
            <a:xfrm>
              <a:off x="6588" y="4562"/>
              <a:ext cx="4123" cy="0"/>
            </a:xfrm>
            <a:prstGeom prst="line">
              <a:avLst/>
            </a:prstGeom>
            <a:ln w="9525" cap="flat" cmpd="sng">
              <a:solidFill>
                <a:srgbClr val="000000"/>
              </a:solidFill>
              <a:prstDash val="solid"/>
              <a:miter/>
              <a:headEnd type="none" w="med" len="med"/>
              <a:tailEnd type="triangle" w="med" len="med"/>
            </a:ln>
          </p:spPr>
        </p:sp>
        <p:sp>
          <p:nvSpPr>
            <p:cNvPr id="16415" name="Line 69"/>
            <p:cNvSpPr/>
            <p:nvPr/>
          </p:nvSpPr>
          <p:spPr>
            <a:xfrm flipV="1">
              <a:off x="8528" y="2541"/>
              <a:ext cx="0" cy="2021"/>
            </a:xfrm>
            <a:prstGeom prst="line">
              <a:avLst/>
            </a:prstGeom>
            <a:ln w="9525" cap="flat" cmpd="sng">
              <a:solidFill>
                <a:srgbClr val="000000"/>
              </a:solidFill>
              <a:prstDash val="solid"/>
              <a:miter/>
              <a:headEnd type="none" w="med" len="med"/>
              <a:tailEnd type="triangle" w="med" len="med"/>
            </a:ln>
          </p:spPr>
        </p:sp>
        <p:sp>
          <p:nvSpPr>
            <p:cNvPr id="16416" name="Line 70"/>
            <p:cNvSpPr/>
            <p:nvPr/>
          </p:nvSpPr>
          <p:spPr>
            <a:xfrm flipV="1">
              <a:off x="8771" y="3511"/>
              <a:ext cx="0" cy="1051"/>
            </a:xfrm>
            <a:prstGeom prst="line">
              <a:avLst/>
            </a:prstGeom>
            <a:ln w="9525" cap="flat" cmpd="sng">
              <a:solidFill>
                <a:srgbClr val="000000"/>
              </a:solidFill>
              <a:prstDash val="solid"/>
              <a:miter/>
              <a:headEnd type="none" w="med" len="med"/>
              <a:tailEnd type="oval" w="med" len="med"/>
            </a:ln>
          </p:spPr>
        </p:sp>
        <p:sp>
          <p:nvSpPr>
            <p:cNvPr id="16417" name="Line 71"/>
            <p:cNvSpPr/>
            <p:nvPr/>
          </p:nvSpPr>
          <p:spPr>
            <a:xfrm flipV="1">
              <a:off x="8286" y="3511"/>
              <a:ext cx="0" cy="1051"/>
            </a:xfrm>
            <a:prstGeom prst="line">
              <a:avLst/>
            </a:prstGeom>
            <a:ln w="9525" cap="flat" cmpd="sng">
              <a:solidFill>
                <a:srgbClr val="000000"/>
              </a:solidFill>
              <a:prstDash val="solid"/>
              <a:miter/>
              <a:headEnd type="none" w="med" len="med"/>
              <a:tailEnd type="oval" w="med" len="med"/>
            </a:ln>
          </p:spPr>
        </p:sp>
        <p:sp>
          <p:nvSpPr>
            <p:cNvPr id="16418" name="Line 72"/>
            <p:cNvSpPr/>
            <p:nvPr/>
          </p:nvSpPr>
          <p:spPr>
            <a:xfrm flipV="1">
              <a:off x="8528" y="3107"/>
              <a:ext cx="0" cy="1455"/>
            </a:xfrm>
            <a:prstGeom prst="line">
              <a:avLst/>
            </a:prstGeom>
            <a:ln w="9525" cap="flat" cmpd="sng">
              <a:solidFill>
                <a:srgbClr val="000000"/>
              </a:solidFill>
              <a:prstDash val="solid"/>
              <a:miter/>
              <a:headEnd type="none" w="med" len="med"/>
              <a:tailEnd type="oval" w="med" len="med"/>
            </a:ln>
          </p:spPr>
        </p:sp>
        <p:sp>
          <p:nvSpPr>
            <p:cNvPr id="16419" name="Line 73"/>
            <p:cNvSpPr/>
            <p:nvPr/>
          </p:nvSpPr>
          <p:spPr>
            <a:xfrm flipV="1">
              <a:off x="9013" y="3834"/>
              <a:ext cx="0" cy="728"/>
            </a:xfrm>
            <a:prstGeom prst="line">
              <a:avLst/>
            </a:prstGeom>
            <a:ln w="9525" cap="flat" cmpd="sng">
              <a:solidFill>
                <a:srgbClr val="000000"/>
              </a:solidFill>
              <a:prstDash val="solid"/>
              <a:miter/>
              <a:headEnd type="none" w="med" len="med"/>
              <a:tailEnd type="oval" w="med" len="med"/>
            </a:ln>
          </p:spPr>
        </p:sp>
        <p:sp>
          <p:nvSpPr>
            <p:cNvPr id="16420" name="Line 74"/>
            <p:cNvSpPr/>
            <p:nvPr/>
          </p:nvSpPr>
          <p:spPr>
            <a:xfrm flipV="1">
              <a:off x="8043" y="3834"/>
              <a:ext cx="0" cy="728"/>
            </a:xfrm>
            <a:prstGeom prst="line">
              <a:avLst/>
            </a:prstGeom>
            <a:ln w="9525" cap="flat" cmpd="sng">
              <a:solidFill>
                <a:srgbClr val="000000"/>
              </a:solidFill>
              <a:prstDash val="solid"/>
              <a:miter/>
              <a:headEnd type="none" w="med" len="med"/>
              <a:tailEnd type="oval" w="med" len="med"/>
            </a:ln>
          </p:spPr>
        </p:sp>
        <p:sp>
          <p:nvSpPr>
            <p:cNvPr id="16421" name="Line 75"/>
            <p:cNvSpPr/>
            <p:nvPr/>
          </p:nvSpPr>
          <p:spPr>
            <a:xfrm flipV="1">
              <a:off x="7801" y="3996"/>
              <a:ext cx="0" cy="566"/>
            </a:xfrm>
            <a:prstGeom prst="line">
              <a:avLst/>
            </a:prstGeom>
            <a:ln w="9525" cap="flat" cmpd="sng">
              <a:solidFill>
                <a:srgbClr val="000000"/>
              </a:solidFill>
              <a:prstDash val="solid"/>
              <a:miter/>
              <a:headEnd type="none" w="med" len="med"/>
              <a:tailEnd type="oval" w="med" len="med"/>
            </a:ln>
          </p:spPr>
        </p:sp>
        <p:sp>
          <p:nvSpPr>
            <p:cNvPr id="16422" name="Line 76"/>
            <p:cNvSpPr/>
            <p:nvPr/>
          </p:nvSpPr>
          <p:spPr>
            <a:xfrm flipV="1">
              <a:off x="9256" y="3996"/>
              <a:ext cx="0" cy="566"/>
            </a:xfrm>
            <a:prstGeom prst="line">
              <a:avLst/>
            </a:prstGeom>
            <a:ln w="9525" cap="flat" cmpd="sng">
              <a:solidFill>
                <a:srgbClr val="000000"/>
              </a:solidFill>
              <a:prstDash val="solid"/>
              <a:miter/>
              <a:headEnd type="none" w="med" len="med"/>
              <a:tailEnd type="oval" w="med" len="med"/>
            </a:ln>
          </p:spPr>
        </p:sp>
        <p:sp>
          <p:nvSpPr>
            <p:cNvPr id="16423" name="Line 77"/>
            <p:cNvSpPr/>
            <p:nvPr/>
          </p:nvSpPr>
          <p:spPr>
            <a:xfrm flipV="1">
              <a:off x="7558" y="4158"/>
              <a:ext cx="0" cy="404"/>
            </a:xfrm>
            <a:prstGeom prst="line">
              <a:avLst/>
            </a:prstGeom>
            <a:ln w="9525" cap="flat" cmpd="sng">
              <a:solidFill>
                <a:srgbClr val="000000"/>
              </a:solidFill>
              <a:prstDash val="solid"/>
              <a:miter/>
              <a:headEnd type="none" w="med" len="med"/>
              <a:tailEnd type="oval" w="med" len="med"/>
            </a:ln>
          </p:spPr>
        </p:sp>
        <p:sp>
          <p:nvSpPr>
            <p:cNvPr id="16424" name="Line 78"/>
            <p:cNvSpPr/>
            <p:nvPr/>
          </p:nvSpPr>
          <p:spPr>
            <a:xfrm flipV="1">
              <a:off x="9498" y="4158"/>
              <a:ext cx="0" cy="404"/>
            </a:xfrm>
            <a:prstGeom prst="line">
              <a:avLst/>
            </a:prstGeom>
            <a:ln w="9525" cap="flat" cmpd="sng">
              <a:solidFill>
                <a:srgbClr val="000000"/>
              </a:solidFill>
              <a:prstDash val="solid"/>
              <a:miter/>
              <a:headEnd type="none" w="med" len="med"/>
              <a:tailEnd type="oval" w="med" len="med"/>
            </a:ln>
          </p:spPr>
        </p:sp>
        <p:sp>
          <p:nvSpPr>
            <p:cNvPr id="16425" name="Freeform 79"/>
            <p:cNvSpPr/>
            <p:nvPr/>
          </p:nvSpPr>
          <p:spPr>
            <a:xfrm>
              <a:off x="8528" y="3107"/>
              <a:ext cx="1859" cy="1374"/>
            </a:xfrm>
            <a:custGeom>
              <a:avLst/>
              <a:gdLst>
                <a:gd name="txL" fmla="*/ 0 w 768"/>
                <a:gd name="txT" fmla="*/ 0 h 672"/>
                <a:gd name="txR" fmla="*/ 768 w 768"/>
                <a:gd name="txB" fmla="*/ 672 h 672"/>
              </a:gdLst>
              <a:ahLst/>
              <a:cxnLst>
                <a:cxn ang="0">
                  <a:pos x="0" y="0"/>
                </a:cxn>
                <a:cxn ang="0">
                  <a:pos x="995674" y="306703"/>
                </a:cxn>
                <a:cxn ang="0">
                  <a:pos x="1988522" y="551426"/>
                </a:cxn>
                <a:cxn ang="0">
                  <a:pos x="3315272" y="735910"/>
                </a:cxn>
                <a:cxn ang="0">
                  <a:pos x="5303563" y="857914"/>
                </a:cxn>
              </a:cxnLst>
              <a:rect l="txL" t="txT" r="txR" b="txB"/>
              <a:pathLst>
                <a:path w="768" h="672">
                  <a:moveTo>
                    <a:pt x="0" y="0"/>
                  </a:moveTo>
                  <a:cubicBezTo>
                    <a:pt x="48" y="84"/>
                    <a:pt x="96" y="168"/>
                    <a:pt x="144" y="240"/>
                  </a:cubicBezTo>
                  <a:cubicBezTo>
                    <a:pt x="192" y="312"/>
                    <a:pt x="232" y="376"/>
                    <a:pt x="288" y="432"/>
                  </a:cubicBezTo>
                  <a:cubicBezTo>
                    <a:pt x="344" y="488"/>
                    <a:pt x="400" y="536"/>
                    <a:pt x="480" y="576"/>
                  </a:cubicBezTo>
                  <a:cubicBezTo>
                    <a:pt x="560" y="616"/>
                    <a:pt x="664" y="644"/>
                    <a:pt x="768"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6426" name="Freeform 80"/>
            <p:cNvSpPr/>
            <p:nvPr/>
          </p:nvSpPr>
          <p:spPr>
            <a:xfrm>
              <a:off x="6911" y="3107"/>
              <a:ext cx="1617" cy="1374"/>
            </a:xfrm>
            <a:custGeom>
              <a:avLst/>
              <a:gdLst>
                <a:gd name="txL" fmla="*/ 0 w 672"/>
                <a:gd name="txT" fmla="*/ 0 h 672"/>
                <a:gd name="txR" fmla="*/ 672 w 672"/>
                <a:gd name="txB" fmla="*/ 672 h 672"/>
              </a:gdLst>
              <a:ahLst/>
              <a:cxnLst>
                <a:cxn ang="0">
                  <a:pos x="4373275" y="0"/>
                </a:cxn>
                <a:cxn ang="0">
                  <a:pos x="3436700" y="306703"/>
                </a:cxn>
                <a:cxn ang="0">
                  <a:pos x="2498378" y="551426"/>
                </a:cxn>
                <a:cxn ang="0">
                  <a:pos x="0" y="857914"/>
                </a:cxn>
              </a:cxnLst>
              <a:rect l="txL" t="txT" r="txR" b="txB"/>
              <a:pathLst>
                <a:path w="672" h="672">
                  <a:moveTo>
                    <a:pt x="672" y="0"/>
                  </a:moveTo>
                  <a:cubicBezTo>
                    <a:pt x="624" y="84"/>
                    <a:pt x="576" y="168"/>
                    <a:pt x="528" y="240"/>
                  </a:cubicBezTo>
                  <a:cubicBezTo>
                    <a:pt x="480" y="312"/>
                    <a:pt x="472" y="360"/>
                    <a:pt x="384" y="432"/>
                  </a:cubicBezTo>
                  <a:cubicBezTo>
                    <a:pt x="296" y="504"/>
                    <a:pt x="64" y="632"/>
                    <a:pt x="0" y="672"/>
                  </a:cubicBezTo>
                </a:path>
              </a:pathLst>
            </a:custGeom>
            <a:noFill/>
            <a:ln w="9525" cap="rnd" cmpd="sng">
              <a:solidFill>
                <a:srgbClr val="000000">
                  <a:alpha val="100000"/>
                </a:srgbClr>
              </a:solidFill>
              <a:prstDash val="sysDot"/>
              <a:miter lim="800000"/>
              <a:headEnd type="none" w="med" len="med"/>
              <a:tailEnd type="none" w="med" len="med"/>
            </a:ln>
          </p:spPr>
          <p:txBody>
            <a:bodyPr/>
            <a:lstStyle/>
            <a:p>
              <a:endParaRPr lang="zh-CN" altLang="en-US"/>
            </a:p>
          </p:txBody>
        </p:sp>
        <p:sp>
          <p:nvSpPr>
            <p:cNvPr id="16427" name="Line 81"/>
            <p:cNvSpPr/>
            <p:nvPr/>
          </p:nvSpPr>
          <p:spPr>
            <a:xfrm flipV="1">
              <a:off x="7316" y="4319"/>
              <a:ext cx="0" cy="243"/>
            </a:xfrm>
            <a:prstGeom prst="line">
              <a:avLst/>
            </a:prstGeom>
            <a:ln w="9525" cap="flat" cmpd="sng">
              <a:solidFill>
                <a:srgbClr val="000000"/>
              </a:solidFill>
              <a:prstDash val="solid"/>
              <a:miter/>
              <a:headEnd type="none" w="med" len="med"/>
              <a:tailEnd type="oval" w="med" len="med"/>
            </a:ln>
          </p:spPr>
        </p:sp>
        <p:sp>
          <p:nvSpPr>
            <p:cNvPr id="16428" name="Line 82"/>
            <p:cNvSpPr/>
            <p:nvPr/>
          </p:nvSpPr>
          <p:spPr>
            <a:xfrm flipV="1">
              <a:off x="9741" y="4319"/>
              <a:ext cx="0" cy="243"/>
            </a:xfrm>
            <a:prstGeom prst="line">
              <a:avLst/>
            </a:prstGeom>
            <a:ln w="9525" cap="flat" cmpd="sng">
              <a:solidFill>
                <a:srgbClr val="000000"/>
              </a:solidFill>
              <a:prstDash val="solid"/>
              <a:miter/>
              <a:headEnd type="none" w="med" len="med"/>
              <a:tailEnd type="oval" w="med" len="med"/>
            </a:ln>
          </p:spPr>
        </p:sp>
        <p:graphicFrame>
          <p:nvGraphicFramePr>
            <p:cNvPr id="16386" name="Object 83"/>
            <p:cNvGraphicFramePr>
              <a:graphicFrameLocks noChangeAspect="1"/>
            </p:cNvGraphicFramePr>
            <p:nvPr/>
          </p:nvGraphicFramePr>
          <p:xfrm>
            <a:off x="4001" y="2379"/>
            <a:ext cx="859" cy="430"/>
          </p:xfrm>
          <a:graphic>
            <a:graphicData uri="http://schemas.openxmlformats.org/presentationml/2006/ole">
              <mc:AlternateContent xmlns:mc="http://schemas.openxmlformats.org/markup-compatibility/2006">
                <mc:Choice xmlns:v="urn:schemas-microsoft-com:vml" Requires="v">
                  <p:oleObj r:id="rId3" imgW="457200" imgH="228600" progId="Equation.DSMT4">
                    <p:embed/>
                  </p:oleObj>
                </mc:Choice>
                <mc:Fallback>
                  <p:oleObj r:id="rId3" imgW="457200" imgH="228600" progId="Equation.DSMT4">
                    <p:embed/>
                    <p:pic>
                      <p:nvPicPr>
                        <p:cNvPr id="0" name="图片 3170"/>
                        <p:cNvPicPr/>
                        <p:nvPr/>
                      </p:nvPicPr>
                      <p:blipFill>
                        <a:blip r:embed="rId4"/>
                        <a:stretch>
                          <a:fillRect/>
                        </a:stretch>
                      </p:blipFill>
                      <p:spPr>
                        <a:xfrm>
                          <a:off x="4001" y="2379"/>
                          <a:ext cx="859" cy="430"/>
                        </a:xfrm>
                        <a:prstGeom prst="rect">
                          <a:avLst/>
                        </a:prstGeom>
                        <a:noFill/>
                        <a:ln w="38100">
                          <a:noFill/>
                          <a:miter/>
                        </a:ln>
                      </p:spPr>
                    </p:pic>
                  </p:oleObj>
                </mc:Fallback>
              </mc:AlternateContent>
            </a:graphicData>
          </a:graphic>
        </p:graphicFrame>
        <p:graphicFrame>
          <p:nvGraphicFramePr>
            <p:cNvPr id="16387" name="Object 84"/>
            <p:cNvGraphicFramePr>
              <a:graphicFrameLocks noChangeAspect="1"/>
            </p:cNvGraphicFramePr>
            <p:nvPr/>
          </p:nvGraphicFramePr>
          <p:xfrm>
            <a:off x="8640" y="2298"/>
            <a:ext cx="720" cy="475"/>
          </p:xfrm>
          <a:graphic>
            <a:graphicData uri="http://schemas.openxmlformats.org/presentationml/2006/ole">
              <mc:AlternateContent xmlns:mc="http://schemas.openxmlformats.org/markup-compatibility/2006">
                <mc:Choice xmlns:v="urn:schemas-microsoft-com:vml" Requires="v">
                  <p:oleObj r:id="rId5" imgW="469900" imgH="228600" progId="Equation.DSMT4">
                    <p:embed/>
                  </p:oleObj>
                </mc:Choice>
                <mc:Fallback>
                  <p:oleObj r:id="rId5" imgW="469900" imgH="228600" progId="Equation.DSMT4">
                    <p:embed/>
                    <p:pic>
                      <p:nvPicPr>
                        <p:cNvPr id="0" name="图片 3166"/>
                        <p:cNvPicPr/>
                        <p:nvPr/>
                      </p:nvPicPr>
                      <p:blipFill>
                        <a:blip r:embed="rId6"/>
                        <a:stretch>
                          <a:fillRect/>
                        </a:stretch>
                      </p:blipFill>
                      <p:spPr>
                        <a:xfrm>
                          <a:off x="8640" y="2298"/>
                          <a:ext cx="720" cy="475"/>
                        </a:xfrm>
                        <a:prstGeom prst="rect">
                          <a:avLst/>
                        </a:prstGeom>
                        <a:noFill/>
                        <a:ln w="38100">
                          <a:noFill/>
                          <a:miter/>
                        </a:ln>
                      </p:spPr>
                    </p:pic>
                  </p:oleObj>
                </mc:Fallback>
              </mc:AlternateContent>
            </a:graphicData>
          </a:graphic>
        </p:graphicFrame>
        <p:graphicFrame>
          <p:nvGraphicFramePr>
            <p:cNvPr id="16388" name="Object 85"/>
            <p:cNvGraphicFramePr>
              <a:graphicFrameLocks noChangeAspect="1"/>
            </p:cNvGraphicFramePr>
            <p:nvPr/>
          </p:nvGraphicFramePr>
          <p:xfrm>
            <a:off x="2340" y="3234"/>
            <a:ext cx="720" cy="419"/>
          </p:xfrm>
          <a:graphic>
            <a:graphicData uri="http://schemas.openxmlformats.org/presentationml/2006/ole">
              <mc:AlternateContent xmlns:mc="http://schemas.openxmlformats.org/markup-compatibility/2006">
                <mc:Choice xmlns:v="urn:schemas-microsoft-com:vml" Requires="v">
                  <p:oleObj r:id="rId7" imgW="393700" imgH="228600" progId="Equation.DSMT4">
                    <p:embed/>
                  </p:oleObj>
                </mc:Choice>
                <mc:Fallback>
                  <p:oleObj r:id="rId7" imgW="393700" imgH="228600" progId="Equation.DSMT4">
                    <p:embed/>
                    <p:pic>
                      <p:nvPicPr>
                        <p:cNvPr id="0" name="图片 3172"/>
                        <p:cNvPicPr/>
                        <p:nvPr/>
                      </p:nvPicPr>
                      <p:blipFill>
                        <a:blip r:embed="rId8">
                          <a:biLevel thresh="50000"/>
                          <a:grayscl/>
                        </a:blip>
                        <a:stretch>
                          <a:fillRect/>
                        </a:stretch>
                      </p:blipFill>
                      <p:spPr>
                        <a:xfrm>
                          <a:off x="2340" y="3234"/>
                          <a:ext cx="720" cy="419"/>
                        </a:xfrm>
                        <a:prstGeom prst="rect">
                          <a:avLst/>
                        </a:prstGeom>
                        <a:noFill/>
                        <a:ln w="38100">
                          <a:noFill/>
                          <a:miter/>
                        </a:ln>
                      </p:spPr>
                    </p:pic>
                  </p:oleObj>
                </mc:Fallback>
              </mc:AlternateContent>
            </a:graphicData>
          </a:graphic>
        </p:graphicFrame>
        <p:sp>
          <p:nvSpPr>
            <p:cNvPr id="16429" name="Line 86"/>
            <p:cNvSpPr/>
            <p:nvPr/>
          </p:nvSpPr>
          <p:spPr>
            <a:xfrm>
              <a:off x="3920" y="3107"/>
              <a:ext cx="1294" cy="0"/>
            </a:xfrm>
            <a:prstGeom prst="line">
              <a:avLst/>
            </a:prstGeom>
            <a:ln w="9525" cap="rnd" cmpd="sng">
              <a:solidFill>
                <a:srgbClr val="000000"/>
              </a:solidFill>
              <a:prstDash val="sysDot"/>
              <a:headEnd type="none" w="med" len="med"/>
              <a:tailEnd type="none" w="med" len="med"/>
            </a:ln>
          </p:spPr>
        </p:sp>
        <p:sp>
          <p:nvSpPr>
            <p:cNvPr id="16430" name="Line 87"/>
            <p:cNvSpPr/>
            <p:nvPr/>
          </p:nvSpPr>
          <p:spPr>
            <a:xfrm flipH="1">
              <a:off x="2223" y="3107"/>
              <a:ext cx="1697" cy="0"/>
            </a:xfrm>
            <a:prstGeom prst="line">
              <a:avLst/>
            </a:prstGeom>
            <a:ln w="9525" cap="rnd" cmpd="sng">
              <a:solidFill>
                <a:srgbClr val="000000"/>
              </a:solidFill>
              <a:prstDash val="sysDot"/>
              <a:headEnd type="none" w="med" len="med"/>
              <a:tailEnd type="none" w="med" len="med"/>
            </a:ln>
          </p:spPr>
        </p:sp>
        <p:sp>
          <p:nvSpPr>
            <p:cNvPr id="16431" name="Line 88"/>
            <p:cNvSpPr/>
            <p:nvPr/>
          </p:nvSpPr>
          <p:spPr>
            <a:xfrm>
              <a:off x="2223" y="3107"/>
              <a:ext cx="0" cy="1455"/>
            </a:xfrm>
            <a:prstGeom prst="line">
              <a:avLst/>
            </a:prstGeom>
            <a:ln w="9525" cap="flat" cmpd="sng">
              <a:solidFill>
                <a:srgbClr val="000000"/>
              </a:solidFill>
              <a:prstDash val="solid"/>
              <a:headEnd type="arrow" w="med" len="med"/>
              <a:tailEnd type="arrow" w="med" len="med"/>
            </a:ln>
          </p:spPr>
        </p:sp>
        <p:sp>
          <p:nvSpPr>
            <p:cNvPr id="16432" name="Line 89"/>
            <p:cNvSpPr/>
            <p:nvPr/>
          </p:nvSpPr>
          <p:spPr>
            <a:xfrm>
              <a:off x="5214" y="3107"/>
              <a:ext cx="0" cy="1131"/>
            </a:xfrm>
            <a:prstGeom prst="line">
              <a:avLst/>
            </a:prstGeom>
            <a:ln w="9525" cap="flat" cmpd="sng">
              <a:solidFill>
                <a:srgbClr val="000000"/>
              </a:solidFill>
              <a:prstDash val="solid"/>
              <a:headEnd type="arrow" w="med" len="med"/>
              <a:tailEnd type="arrow" w="med" len="med"/>
            </a:ln>
          </p:spPr>
        </p:sp>
        <p:sp>
          <p:nvSpPr>
            <p:cNvPr id="16433" name="Line 90"/>
            <p:cNvSpPr/>
            <p:nvPr/>
          </p:nvSpPr>
          <p:spPr>
            <a:xfrm>
              <a:off x="8528" y="3107"/>
              <a:ext cx="1859" cy="0"/>
            </a:xfrm>
            <a:prstGeom prst="line">
              <a:avLst/>
            </a:prstGeom>
            <a:ln w="9525" cap="rnd" cmpd="sng">
              <a:solidFill>
                <a:srgbClr val="000000"/>
              </a:solidFill>
              <a:prstDash val="sysDot"/>
              <a:headEnd type="none" w="med" len="med"/>
              <a:tailEnd type="none" w="med" len="med"/>
            </a:ln>
          </p:spPr>
        </p:sp>
        <p:sp>
          <p:nvSpPr>
            <p:cNvPr id="16434" name="Line 91"/>
            <p:cNvSpPr/>
            <p:nvPr/>
          </p:nvSpPr>
          <p:spPr>
            <a:xfrm>
              <a:off x="10387" y="3107"/>
              <a:ext cx="0" cy="1455"/>
            </a:xfrm>
            <a:prstGeom prst="line">
              <a:avLst/>
            </a:prstGeom>
            <a:ln w="9525" cap="flat" cmpd="sng">
              <a:solidFill>
                <a:srgbClr val="000000"/>
              </a:solidFill>
              <a:prstDash val="solid"/>
              <a:headEnd type="arrow" w="med" len="med"/>
              <a:tailEnd type="arrow" w="med" len="med"/>
            </a:ln>
          </p:spPr>
        </p:sp>
        <p:graphicFrame>
          <p:nvGraphicFramePr>
            <p:cNvPr id="16389" name="Object 92"/>
            <p:cNvGraphicFramePr>
              <a:graphicFrameLocks noChangeAspect="1"/>
            </p:cNvGraphicFramePr>
            <p:nvPr/>
          </p:nvGraphicFramePr>
          <p:xfrm>
            <a:off x="5368" y="3078"/>
            <a:ext cx="392" cy="468"/>
          </p:xfrm>
          <a:graphic>
            <a:graphicData uri="http://schemas.openxmlformats.org/presentationml/2006/ole">
              <mc:AlternateContent xmlns:mc="http://schemas.openxmlformats.org/markup-compatibility/2006">
                <mc:Choice xmlns:v="urn:schemas-microsoft-com:vml" Requires="v">
                  <p:oleObj r:id="rId9" imgW="203200" imgH="241300" progId="Equation.DSMT4">
                    <p:embed/>
                  </p:oleObj>
                </mc:Choice>
                <mc:Fallback>
                  <p:oleObj r:id="rId9" imgW="203200" imgH="241300" progId="Equation.DSMT4">
                    <p:embed/>
                    <p:pic>
                      <p:nvPicPr>
                        <p:cNvPr id="0" name="图片 3167"/>
                        <p:cNvPicPr/>
                        <p:nvPr/>
                      </p:nvPicPr>
                      <p:blipFill>
                        <a:blip r:embed="rId10">
                          <a:biLevel thresh="50000"/>
                          <a:grayscl/>
                        </a:blip>
                        <a:stretch>
                          <a:fillRect/>
                        </a:stretch>
                      </p:blipFill>
                      <p:spPr>
                        <a:xfrm>
                          <a:off x="5368" y="3078"/>
                          <a:ext cx="392" cy="468"/>
                        </a:xfrm>
                        <a:prstGeom prst="rect">
                          <a:avLst/>
                        </a:prstGeom>
                        <a:noFill/>
                        <a:ln w="38100">
                          <a:noFill/>
                          <a:miter/>
                        </a:ln>
                      </p:spPr>
                    </p:pic>
                  </p:oleObj>
                </mc:Fallback>
              </mc:AlternateContent>
            </a:graphicData>
          </a:graphic>
        </p:graphicFrame>
        <p:graphicFrame>
          <p:nvGraphicFramePr>
            <p:cNvPr id="16390" name="Object 93"/>
            <p:cNvGraphicFramePr>
              <a:graphicFrameLocks noChangeAspect="1"/>
            </p:cNvGraphicFramePr>
            <p:nvPr/>
          </p:nvGraphicFramePr>
          <p:xfrm>
            <a:off x="10405" y="3390"/>
            <a:ext cx="395" cy="468"/>
          </p:xfrm>
          <a:graphic>
            <a:graphicData uri="http://schemas.openxmlformats.org/presentationml/2006/ole">
              <mc:AlternateContent xmlns:mc="http://schemas.openxmlformats.org/markup-compatibility/2006">
                <mc:Choice xmlns:v="urn:schemas-microsoft-com:vml" Requires="v">
                  <p:oleObj r:id="rId11" imgW="203200" imgH="241300" progId="Equation.DSMT4">
                    <p:embed/>
                  </p:oleObj>
                </mc:Choice>
                <mc:Fallback>
                  <p:oleObj r:id="rId11" imgW="203200" imgH="241300" progId="Equation.DSMT4">
                    <p:embed/>
                    <p:pic>
                      <p:nvPicPr>
                        <p:cNvPr id="0" name="图片 3171"/>
                        <p:cNvPicPr/>
                        <p:nvPr/>
                      </p:nvPicPr>
                      <p:blipFill>
                        <a:blip r:embed="rId12"/>
                        <a:stretch>
                          <a:fillRect/>
                        </a:stretch>
                      </p:blipFill>
                      <p:spPr>
                        <a:xfrm>
                          <a:off x="10405" y="3390"/>
                          <a:ext cx="395" cy="468"/>
                        </a:xfrm>
                        <a:prstGeom prst="rect">
                          <a:avLst/>
                        </a:prstGeom>
                        <a:noFill/>
                        <a:ln w="38100">
                          <a:noFill/>
                          <a:miter/>
                        </a:ln>
                      </p:spPr>
                    </p:pic>
                  </p:oleObj>
                </mc:Fallback>
              </mc:AlternateContent>
            </a:graphicData>
          </a:graphic>
        </p:graphicFrame>
        <p:graphicFrame>
          <p:nvGraphicFramePr>
            <p:cNvPr id="16391" name="Object 94"/>
            <p:cNvGraphicFramePr>
              <a:graphicFrameLocks noChangeAspect="1"/>
            </p:cNvGraphicFramePr>
            <p:nvPr/>
          </p:nvGraphicFramePr>
          <p:xfrm>
            <a:off x="5220" y="4014"/>
            <a:ext cx="419" cy="468"/>
          </p:xfrm>
          <a:graphic>
            <a:graphicData uri="http://schemas.openxmlformats.org/presentationml/2006/ole">
              <mc:AlternateContent xmlns:mc="http://schemas.openxmlformats.org/markup-compatibility/2006">
                <mc:Choice xmlns:v="urn:schemas-microsoft-com:vml" Requires="v">
                  <p:oleObj r:id="rId13" imgW="215900" imgH="241300" progId="Equation.DSMT4">
                    <p:embed/>
                  </p:oleObj>
                </mc:Choice>
                <mc:Fallback>
                  <p:oleObj r:id="rId13" imgW="215900" imgH="241300" progId="Equation.DSMT4">
                    <p:embed/>
                    <p:pic>
                      <p:nvPicPr>
                        <p:cNvPr id="0" name="图片 3174"/>
                        <p:cNvPicPr/>
                        <p:nvPr/>
                      </p:nvPicPr>
                      <p:blipFill>
                        <a:blip r:embed="rId14">
                          <a:biLevel thresh="50000"/>
                          <a:grayscl/>
                        </a:blip>
                        <a:stretch>
                          <a:fillRect/>
                        </a:stretch>
                      </p:blipFill>
                      <p:spPr>
                        <a:xfrm>
                          <a:off x="5220" y="4014"/>
                          <a:ext cx="419" cy="468"/>
                        </a:xfrm>
                        <a:prstGeom prst="rect">
                          <a:avLst/>
                        </a:prstGeom>
                        <a:noFill/>
                        <a:ln w="38100">
                          <a:noFill/>
                          <a:miter/>
                        </a:ln>
                      </p:spPr>
                    </p:pic>
                  </p:oleObj>
                </mc:Fallback>
              </mc:AlternateContent>
            </a:graphicData>
          </a:graphic>
        </p:graphicFrame>
        <p:sp>
          <p:nvSpPr>
            <p:cNvPr id="16435" name="Line 95"/>
            <p:cNvSpPr/>
            <p:nvPr/>
          </p:nvSpPr>
          <p:spPr>
            <a:xfrm>
              <a:off x="5214" y="4238"/>
              <a:ext cx="0" cy="324"/>
            </a:xfrm>
            <a:prstGeom prst="line">
              <a:avLst/>
            </a:prstGeom>
            <a:ln w="9525" cap="flat" cmpd="sng">
              <a:solidFill>
                <a:srgbClr val="000000"/>
              </a:solidFill>
              <a:prstDash val="solid"/>
              <a:headEnd type="arrow" w="med" len="med"/>
              <a:tailEnd type="arrow" w="med" len="med"/>
            </a:ln>
          </p:spPr>
        </p:sp>
        <p:graphicFrame>
          <p:nvGraphicFramePr>
            <p:cNvPr id="16392" name="Object 96"/>
            <p:cNvGraphicFramePr>
              <a:graphicFrameLocks noChangeAspect="1"/>
            </p:cNvGraphicFramePr>
            <p:nvPr/>
          </p:nvGraphicFramePr>
          <p:xfrm>
            <a:off x="3759" y="4562"/>
            <a:ext cx="281" cy="388"/>
          </p:xfrm>
          <a:graphic>
            <a:graphicData uri="http://schemas.openxmlformats.org/presentationml/2006/ole">
              <mc:AlternateContent xmlns:mc="http://schemas.openxmlformats.org/markup-compatibility/2006">
                <mc:Choice xmlns:v="urn:schemas-microsoft-com:vml" Requires="v">
                  <p:oleObj r:id="rId15" imgW="127000" imgH="177165" progId="Equation.DSMT4">
                    <p:embed/>
                  </p:oleObj>
                </mc:Choice>
                <mc:Fallback>
                  <p:oleObj r:id="rId15" imgW="127000" imgH="177165" progId="Equation.DSMT4">
                    <p:embed/>
                    <p:pic>
                      <p:nvPicPr>
                        <p:cNvPr id="0" name="图片 3168"/>
                        <p:cNvPicPr/>
                        <p:nvPr/>
                      </p:nvPicPr>
                      <p:blipFill>
                        <a:blip r:embed="rId16"/>
                        <a:stretch>
                          <a:fillRect/>
                        </a:stretch>
                      </p:blipFill>
                      <p:spPr>
                        <a:xfrm>
                          <a:off x="3759" y="4562"/>
                          <a:ext cx="281" cy="388"/>
                        </a:xfrm>
                        <a:prstGeom prst="rect">
                          <a:avLst/>
                        </a:prstGeom>
                        <a:noFill/>
                        <a:ln w="38100">
                          <a:noFill/>
                          <a:miter/>
                        </a:ln>
                      </p:spPr>
                    </p:pic>
                  </p:oleObj>
                </mc:Fallback>
              </mc:AlternateContent>
            </a:graphicData>
          </a:graphic>
        </p:graphicFrame>
        <p:graphicFrame>
          <p:nvGraphicFramePr>
            <p:cNvPr id="16393" name="Object 97"/>
            <p:cNvGraphicFramePr>
              <a:graphicFrameLocks noChangeAspect="1"/>
            </p:cNvGraphicFramePr>
            <p:nvPr/>
          </p:nvGraphicFramePr>
          <p:xfrm>
            <a:off x="8360" y="4562"/>
            <a:ext cx="280" cy="388"/>
          </p:xfrm>
          <a:graphic>
            <a:graphicData uri="http://schemas.openxmlformats.org/presentationml/2006/ole">
              <mc:AlternateContent xmlns:mc="http://schemas.openxmlformats.org/markup-compatibility/2006">
                <mc:Choice xmlns:v="urn:schemas-microsoft-com:vml" Requires="v">
                  <p:oleObj r:id="rId17" imgW="127000" imgH="177165" progId="Equation.DSMT4">
                    <p:embed/>
                  </p:oleObj>
                </mc:Choice>
                <mc:Fallback>
                  <p:oleObj r:id="rId17" imgW="127000" imgH="177165" progId="Equation.DSMT4">
                    <p:embed/>
                    <p:pic>
                      <p:nvPicPr>
                        <p:cNvPr id="0" name="图片 3169"/>
                        <p:cNvPicPr/>
                        <p:nvPr/>
                      </p:nvPicPr>
                      <p:blipFill>
                        <a:blip r:embed="rId16"/>
                        <a:stretch>
                          <a:fillRect/>
                        </a:stretch>
                      </p:blipFill>
                      <p:spPr>
                        <a:xfrm>
                          <a:off x="8360" y="4562"/>
                          <a:ext cx="280" cy="388"/>
                        </a:xfrm>
                        <a:prstGeom prst="rect">
                          <a:avLst/>
                        </a:prstGeom>
                        <a:noFill/>
                        <a:ln w="38100">
                          <a:noFill/>
                          <a:miter/>
                        </a:ln>
                      </p:spPr>
                    </p:pic>
                  </p:oleObj>
                </mc:Fallback>
              </mc:AlternateContent>
            </a:graphicData>
          </a:graphic>
        </p:graphicFrame>
        <p:graphicFrame>
          <p:nvGraphicFramePr>
            <p:cNvPr id="16394" name="Object 98"/>
            <p:cNvGraphicFramePr>
              <a:graphicFrameLocks noChangeAspect="1"/>
            </p:cNvGraphicFramePr>
            <p:nvPr/>
          </p:nvGraphicFramePr>
          <p:xfrm>
            <a:off x="5940" y="4638"/>
            <a:ext cx="340" cy="289"/>
          </p:xfrm>
          <a:graphic>
            <a:graphicData uri="http://schemas.openxmlformats.org/presentationml/2006/ole">
              <mc:AlternateContent xmlns:mc="http://schemas.openxmlformats.org/markup-compatibility/2006">
                <mc:Choice xmlns:v="urn:schemas-microsoft-com:vml" Requires="v">
                  <p:oleObj r:id="rId18" imgW="165100" imgH="139700" progId="Equation.DSMT4">
                    <p:embed/>
                  </p:oleObj>
                </mc:Choice>
                <mc:Fallback>
                  <p:oleObj r:id="rId18" imgW="165100" imgH="139700" progId="Equation.DSMT4">
                    <p:embed/>
                    <p:pic>
                      <p:nvPicPr>
                        <p:cNvPr id="0" name="图片 3165"/>
                        <p:cNvPicPr/>
                        <p:nvPr/>
                      </p:nvPicPr>
                      <p:blipFill>
                        <a:blip r:embed="rId19"/>
                        <a:stretch>
                          <a:fillRect/>
                        </a:stretch>
                      </p:blipFill>
                      <p:spPr>
                        <a:xfrm>
                          <a:off x="5940" y="4638"/>
                          <a:ext cx="340" cy="289"/>
                        </a:xfrm>
                        <a:prstGeom prst="rect">
                          <a:avLst/>
                        </a:prstGeom>
                        <a:noFill/>
                        <a:ln w="38100">
                          <a:noFill/>
                          <a:miter/>
                        </a:ln>
                      </p:spPr>
                    </p:pic>
                  </p:oleObj>
                </mc:Fallback>
              </mc:AlternateContent>
            </a:graphicData>
          </a:graphic>
        </p:graphicFrame>
        <p:graphicFrame>
          <p:nvGraphicFramePr>
            <p:cNvPr id="16395" name="Object 99"/>
            <p:cNvGraphicFramePr>
              <a:graphicFrameLocks noChangeAspect="1"/>
            </p:cNvGraphicFramePr>
            <p:nvPr/>
          </p:nvGraphicFramePr>
          <p:xfrm>
            <a:off x="10307" y="4642"/>
            <a:ext cx="313" cy="266"/>
          </p:xfrm>
          <a:graphic>
            <a:graphicData uri="http://schemas.openxmlformats.org/presentationml/2006/ole">
              <mc:AlternateContent xmlns:mc="http://schemas.openxmlformats.org/markup-compatibility/2006">
                <mc:Choice xmlns:v="urn:schemas-microsoft-com:vml" Requires="v">
                  <p:oleObj r:id="rId20" imgW="165100" imgH="139700" progId="Equation.DSMT4">
                    <p:embed/>
                  </p:oleObj>
                </mc:Choice>
                <mc:Fallback>
                  <p:oleObj r:id="rId20" imgW="165100" imgH="139700" progId="Equation.DSMT4">
                    <p:embed/>
                    <p:pic>
                      <p:nvPicPr>
                        <p:cNvPr id="0" name="图片 3173"/>
                        <p:cNvPicPr/>
                        <p:nvPr/>
                      </p:nvPicPr>
                      <p:blipFill>
                        <a:blip r:embed="rId21"/>
                        <a:stretch>
                          <a:fillRect/>
                        </a:stretch>
                      </p:blipFill>
                      <p:spPr>
                        <a:xfrm>
                          <a:off x="10307" y="4642"/>
                          <a:ext cx="313" cy="266"/>
                        </a:xfrm>
                        <a:prstGeom prst="rect">
                          <a:avLst/>
                        </a:prstGeom>
                        <a:noFill/>
                        <a:ln w="38100">
                          <a:noFill/>
                          <a:miter/>
                        </a:ln>
                      </p:spPr>
                    </p:pic>
                  </p:oleObj>
                </mc:Fallback>
              </mc:AlternateContent>
            </a:graphicData>
          </a:graphic>
        </p:graphicFrame>
      </p:grpSp>
      <p:sp>
        <p:nvSpPr>
          <p:cNvPr id="16397" name="Rectangle 148"/>
          <p:cNvSpPr>
            <a:spLocks noGrp="1" noRot="1"/>
          </p:cNvSpPr>
          <p:nvPr>
            <p:ph type="ctrTitle"/>
          </p:nvPr>
        </p:nvSpPr>
        <p:spPr>
          <a:xfrm>
            <a:off x="85725" y="188595"/>
            <a:ext cx="9058275" cy="666115"/>
          </a:xfrm>
        </p:spPr>
        <p:txBody>
          <a:bodyPr vert="horz" wrap="square" lIns="91440" tIns="45720" rIns="91440" bIns="45720" anchor="ctr" anchorCtr="0"/>
          <a:lstStyle/>
          <a:p>
            <a:pPr eaLnBrk="1" hangingPunct="1">
              <a:buClrTx/>
              <a:buSzTx/>
              <a:buFontTx/>
            </a:pPr>
            <a:r>
              <a:rPr lang="zh-CN" altLang="en-US" sz="2600" b="1" dirty="0">
                <a:solidFill>
                  <a:srgbClr val="0000FF"/>
                </a:solidFill>
                <a:latin typeface="Times New Roman" panose="02020603050405020304" pitchFamily="18" charset="0"/>
                <a:ea typeface="黑体" panose="02010609060101010101" pitchFamily="49" charset="-122"/>
                <a:cs typeface="+mj-cs"/>
              </a:rPr>
              <a:t>自相关序列、自协方差序列与均值、均方值、方差的关系：</a:t>
            </a:r>
          </a:p>
        </p:txBody>
      </p:sp>
      <p:sp>
        <p:nvSpPr>
          <p:cNvPr id="16398"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21</a:t>
            </a:fld>
            <a:endParaRPr lang="zh-CN" altLang="en-US" sz="1400" dirty="0"/>
          </a:p>
        </p:txBody>
      </p:sp>
      <p:sp>
        <p:nvSpPr>
          <p:cNvPr id="2" name="文本框 1"/>
          <p:cNvSpPr txBox="1"/>
          <p:nvPr/>
        </p:nvSpPr>
        <p:spPr>
          <a:xfrm>
            <a:off x="412750" y="4509135"/>
            <a:ext cx="8200390" cy="2306955"/>
          </a:xfrm>
          <a:prstGeom prst="rect">
            <a:avLst/>
          </a:prstGeom>
          <a:noFill/>
        </p:spPr>
        <p:txBody>
          <a:bodyPr wrap="square" rtlCol="0">
            <a:spAutoFit/>
          </a:bodyPr>
          <a:lstStyle/>
          <a:p>
            <a:pPr>
              <a:lnSpc>
                <a:spcPct val="150000"/>
              </a:lnSpc>
            </a:pPr>
            <a:r>
              <a:rPr lang="zh-CN" altLang="en-US" sz="2400" b="1">
                <a:solidFill>
                  <a:srgbClr val="000000"/>
                </a:solidFill>
                <a:latin typeface="微软雅黑" panose="020B0503020204020204" pitchFamily="34" charset="-122"/>
                <a:ea typeface="微软雅黑" panose="020B0503020204020204" pitchFamily="34" charset="-122"/>
              </a:rPr>
              <a:t>总结：</a:t>
            </a:r>
            <a:r>
              <a:rPr lang="zh-CN" altLang="en-US" sz="2400" b="1">
                <a:solidFill>
                  <a:srgbClr val="FF0000"/>
                </a:solidFill>
                <a:latin typeface="微软雅黑" panose="020B0503020204020204" pitchFamily="34" charset="-122"/>
                <a:ea typeface="微软雅黑" panose="020B0503020204020204" pitchFamily="34" charset="-122"/>
              </a:rPr>
              <a:t>平稳</a:t>
            </a:r>
            <a:r>
              <a:rPr lang="zh-CN" altLang="en-US" sz="2400" b="1">
                <a:solidFill>
                  <a:srgbClr val="000000"/>
                </a:solidFill>
                <a:latin typeface="微软雅黑" panose="020B0503020204020204" pitchFamily="34" charset="-122"/>
                <a:ea typeface="微软雅黑" panose="020B0503020204020204" pitchFamily="34" charset="-122"/>
              </a:rPr>
              <a:t>随机过程，</a:t>
            </a:r>
          </a:p>
          <a:p>
            <a:pPr>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1</a:t>
            </a:r>
            <a:r>
              <a:rPr lang="zh-CN" altLang="en-US" sz="2400" b="1">
                <a:solidFill>
                  <a:srgbClr val="000000"/>
                </a:solidFill>
                <a:latin typeface="微软雅黑" panose="020B0503020204020204" pitchFamily="34" charset="-122"/>
                <a:ea typeface="微软雅黑" panose="020B0503020204020204" pitchFamily="34" charset="-122"/>
              </a:rPr>
              <a:t>：</a:t>
            </a:r>
            <a:r>
              <a:rPr lang="zh-CN" altLang="en-US" sz="2400" b="1">
                <a:solidFill>
                  <a:srgbClr val="FF0000"/>
                </a:solidFill>
                <a:latin typeface="微软雅黑" panose="020B0503020204020204" pitchFamily="34" charset="-122"/>
                <a:ea typeface="微软雅黑" panose="020B0503020204020204" pitchFamily="34" charset="-122"/>
              </a:rPr>
              <a:t>每个时刻</a:t>
            </a:r>
            <a:r>
              <a:rPr lang="zh-CN" altLang="en-US" sz="2400" b="1">
                <a:solidFill>
                  <a:srgbClr val="000000"/>
                </a:solidFill>
                <a:latin typeface="微软雅黑" panose="020B0503020204020204" pitchFamily="34" charset="-122"/>
                <a:ea typeface="微软雅黑" panose="020B0503020204020204" pitchFamily="34" charset="-122"/>
              </a:rPr>
              <a:t>的随机变量的</a:t>
            </a:r>
            <a:r>
              <a:rPr lang="zh-CN" altLang="en-US" sz="2400" b="1">
                <a:solidFill>
                  <a:srgbClr val="FF0000"/>
                </a:solidFill>
                <a:latin typeface="微软雅黑" panose="020B0503020204020204" pitchFamily="34" charset="-122"/>
                <a:ea typeface="微软雅黑" panose="020B0503020204020204" pitchFamily="34" charset="-122"/>
              </a:rPr>
              <a:t>均值，方差和均方值</a:t>
            </a:r>
            <a:r>
              <a:rPr lang="zh-CN" altLang="en-US" sz="2400" b="1">
                <a:solidFill>
                  <a:srgbClr val="000000"/>
                </a:solidFill>
                <a:latin typeface="微软雅黑" panose="020B0503020204020204" pitchFamily="34" charset="-122"/>
                <a:ea typeface="微软雅黑" panose="020B0503020204020204" pitchFamily="34" charset="-122"/>
              </a:rPr>
              <a:t>均</a:t>
            </a:r>
            <a:r>
              <a:rPr lang="zh-CN" altLang="en-US" sz="2400" b="1">
                <a:solidFill>
                  <a:srgbClr val="FF0000"/>
                </a:solidFill>
                <a:latin typeface="微软雅黑" panose="020B0503020204020204" pitchFamily="34" charset="-122"/>
                <a:ea typeface="微软雅黑" panose="020B0503020204020204" pitchFamily="34" charset="-122"/>
              </a:rPr>
              <a:t>相等</a:t>
            </a:r>
            <a:r>
              <a:rPr lang="zh-CN" altLang="en-US" sz="2400" b="1">
                <a:solidFill>
                  <a:srgbClr val="000000"/>
                </a:solidFill>
                <a:latin typeface="微软雅黑" panose="020B0503020204020204" pitchFamily="34" charset="-122"/>
                <a:ea typeface="微软雅黑" panose="020B0503020204020204" pitchFamily="34" charset="-122"/>
              </a:rPr>
              <a:t>；</a:t>
            </a:r>
          </a:p>
          <a:p>
            <a:pPr>
              <a:lnSpc>
                <a:spcPct val="150000"/>
              </a:lnSpc>
            </a:pPr>
            <a:r>
              <a:rPr lang="en-US" altLang="zh-CN" sz="2400" b="1">
                <a:solidFill>
                  <a:srgbClr val="000000"/>
                </a:solidFill>
                <a:latin typeface="微软雅黑" panose="020B0503020204020204" pitchFamily="34" charset="-122"/>
                <a:ea typeface="微软雅黑" panose="020B0503020204020204" pitchFamily="34" charset="-122"/>
              </a:rPr>
              <a:t>2</a:t>
            </a:r>
            <a:r>
              <a:rPr lang="zh-CN" altLang="en-US" sz="2400" b="1">
                <a:solidFill>
                  <a:srgbClr val="000000"/>
                </a:solidFill>
                <a:latin typeface="微软雅黑" panose="020B0503020204020204" pitchFamily="34" charset="-122"/>
                <a:ea typeface="微软雅黑" panose="020B0503020204020204" pitchFamily="34" charset="-122"/>
              </a:rPr>
              <a:t>：两不同时刻的随机变量的</a:t>
            </a:r>
            <a:r>
              <a:rPr lang="zh-CN" altLang="en-US" sz="2400" b="1">
                <a:solidFill>
                  <a:srgbClr val="FF0000"/>
                </a:solidFill>
                <a:latin typeface="微软雅黑" panose="020B0503020204020204" pitchFamily="34" charset="-122"/>
                <a:ea typeface="微软雅黑" panose="020B0503020204020204" pitchFamily="34" charset="-122"/>
              </a:rPr>
              <a:t>自相关序列</a:t>
            </a:r>
            <a:r>
              <a:rPr lang="zh-CN" altLang="en-US" sz="2400" b="1">
                <a:solidFill>
                  <a:srgbClr val="000000"/>
                </a:solidFill>
                <a:latin typeface="微软雅黑" panose="020B0503020204020204" pitchFamily="34" charset="-122"/>
                <a:ea typeface="微软雅黑" panose="020B0503020204020204" pitchFamily="34" charset="-122"/>
              </a:rPr>
              <a:t>和</a:t>
            </a:r>
            <a:r>
              <a:rPr lang="zh-CN" altLang="en-US" sz="2400" b="1">
                <a:solidFill>
                  <a:srgbClr val="FF0000"/>
                </a:solidFill>
                <a:latin typeface="微软雅黑" panose="020B0503020204020204" pitchFamily="34" charset="-122"/>
                <a:ea typeface="微软雅黑" panose="020B0503020204020204" pitchFamily="34" charset="-122"/>
              </a:rPr>
              <a:t>自协方差序列</a:t>
            </a:r>
            <a:r>
              <a:rPr lang="zh-CN" altLang="en-US" sz="2400" b="1">
                <a:solidFill>
                  <a:srgbClr val="000000"/>
                </a:solidFill>
                <a:latin typeface="微软雅黑" panose="020B0503020204020204" pitchFamily="34" charset="-122"/>
                <a:ea typeface="微软雅黑" panose="020B0503020204020204" pitchFamily="34" charset="-122"/>
              </a:rPr>
              <a:t>，</a:t>
            </a:r>
            <a:r>
              <a:rPr lang="zh-CN" altLang="en-US" sz="2400" b="1">
                <a:solidFill>
                  <a:srgbClr val="FF0000"/>
                </a:solidFill>
                <a:latin typeface="微软雅黑" panose="020B0503020204020204" pitchFamily="34" charset="-122"/>
                <a:ea typeface="微软雅黑" panose="020B0503020204020204" pitchFamily="34" charset="-122"/>
              </a:rPr>
              <a:t>互相关序列</a:t>
            </a:r>
            <a:r>
              <a:rPr lang="zh-CN" altLang="en-US" sz="2400" b="1">
                <a:solidFill>
                  <a:srgbClr val="000000"/>
                </a:solidFill>
                <a:latin typeface="微软雅黑" panose="020B0503020204020204" pitchFamily="34" charset="-122"/>
                <a:ea typeface="微软雅黑" panose="020B0503020204020204" pitchFamily="34" charset="-122"/>
              </a:rPr>
              <a:t>和</a:t>
            </a:r>
            <a:r>
              <a:rPr lang="zh-CN" altLang="en-US" sz="2400" b="1">
                <a:solidFill>
                  <a:srgbClr val="FF0000"/>
                </a:solidFill>
                <a:latin typeface="微软雅黑" panose="020B0503020204020204" pitchFamily="34" charset="-122"/>
                <a:ea typeface="微软雅黑" panose="020B0503020204020204" pitchFamily="34" charset="-122"/>
              </a:rPr>
              <a:t>互协方差序列</a:t>
            </a:r>
            <a:r>
              <a:rPr lang="zh-CN" altLang="en-US" sz="2400" b="1">
                <a:solidFill>
                  <a:srgbClr val="000000"/>
                </a:solidFill>
                <a:latin typeface="微软雅黑" panose="020B0503020204020204" pitchFamily="34" charset="-122"/>
                <a:ea typeface="微软雅黑" panose="020B0503020204020204" pitchFamily="34" charset="-122"/>
              </a:rPr>
              <a:t>，只</a:t>
            </a:r>
            <a:r>
              <a:rPr lang="zh-CN" altLang="en-US" sz="2400" b="1">
                <a:solidFill>
                  <a:srgbClr val="FF0000"/>
                </a:solidFill>
                <a:latin typeface="微软雅黑" panose="020B0503020204020204" pitchFamily="34" charset="-122"/>
                <a:ea typeface="微软雅黑" panose="020B0503020204020204" pitchFamily="34" charset="-122"/>
              </a:rPr>
              <a:t>与时间差</a:t>
            </a:r>
            <a:r>
              <a:rPr lang="zh-CN" altLang="en-US" sz="2400" b="1">
                <a:solidFill>
                  <a:srgbClr val="000000"/>
                </a:solidFill>
                <a:latin typeface="微软雅黑" panose="020B0503020204020204" pitchFamily="34" charset="-122"/>
                <a:ea typeface="微软雅黑" panose="020B0503020204020204" pitchFamily="34" charset="-122"/>
              </a:rPr>
              <a:t>有关</a:t>
            </a:r>
            <a:r>
              <a:rPr lang="zh-CN" altLang="en-US" sz="2400" b="1">
                <a:latin typeface="微软雅黑" panose="020B0503020204020204" pitchFamily="34" charset="-122"/>
                <a:ea typeface="微软雅黑" panose="020B0503020204020204" pitchFamily="34" charset="-122"/>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1" name="Rectangle 12"/>
          <p:cNvSpPr>
            <a:spLocks noGrp="1" noRot="1"/>
          </p:cNvSpPr>
          <p:nvPr>
            <p:ph idx="1"/>
          </p:nvPr>
        </p:nvSpPr>
        <p:spPr>
          <a:xfrm>
            <a:off x="107633" y="260985"/>
            <a:ext cx="8785225" cy="6192838"/>
          </a:xfrm>
        </p:spPr>
        <p:txBody>
          <a:bodyPr vert="horz" wrap="square" lIns="91440" tIns="45720" rIns="91440" bIns="45720" anchor="t" anchorCtr="0"/>
          <a:lstStyle/>
          <a:p>
            <a:pPr eaLnBrk="1" hangingPunct="1">
              <a:lnSpc>
                <a:spcPct val="125000"/>
              </a:lnSpc>
              <a:spcBef>
                <a:spcPts val="20"/>
              </a:spcBef>
              <a:spcAft>
                <a:spcPts val="0"/>
              </a:spcAft>
              <a:buNone/>
            </a:pPr>
            <a:r>
              <a:rPr lang="zh-CN" altLang="en-US" sz="2800" b="1" dirty="0">
                <a:solidFill>
                  <a:srgbClr val="0000FF"/>
                </a:solidFill>
                <a:latin typeface="微软雅黑" panose="020B0503020204020204" pitchFamily="34" charset="-122"/>
                <a:ea typeface="微软雅黑" panose="020B0503020204020204" pitchFamily="34" charset="-122"/>
              </a:rPr>
              <a:t>例</a:t>
            </a:r>
            <a:r>
              <a:rPr lang="en-US" altLang="zh-CN" sz="2800" b="1" dirty="0">
                <a:solidFill>
                  <a:srgbClr val="0000FF"/>
                </a:solidFill>
                <a:latin typeface="微软雅黑" panose="020B0503020204020204" pitchFamily="34" charset="-122"/>
                <a:ea typeface="微软雅黑" panose="020B0503020204020204" pitchFamily="34" charset="-122"/>
              </a:rPr>
              <a:t>5.5.1  </a:t>
            </a:r>
            <a:r>
              <a:rPr lang="zh-CN" altLang="en-US" sz="2800" b="1" dirty="0">
                <a:solidFill>
                  <a:srgbClr val="0000FF"/>
                </a:solidFill>
                <a:latin typeface="微软雅黑" panose="020B0503020204020204" pitchFamily="34" charset="-122"/>
                <a:ea typeface="微软雅黑" panose="020B0503020204020204" pitchFamily="34" charset="-122"/>
              </a:rPr>
              <a:t>已知随机信号                      </a:t>
            </a:r>
            <a:r>
              <a:rPr lang="en-US" altLang="zh-CN" sz="2800" b="1" dirty="0">
                <a:solidFill>
                  <a:srgbClr val="0000FF"/>
                </a:solidFill>
                <a:latin typeface="微软雅黑" panose="020B0503020204020204" pitchFamily="34" charset="-122"/>
                <a:ea typeface="微软雅黑" panose="020B0503020204020204" pitchFamily="34" charset="-122"/>
              </a:rPr>
              <a:t>,</a:t>
            </a:r>
            <a:r>
              <a:rPr lang="zh-CN" altLang="en-US" sz="2800" b="1" dirty="0">
                <a:solidFill>
                  <a:srgbClr val="0000FF"/>
                </a:solidFill>
                <a:latin typeface="微软雅黑" panose="020B0503020204020204" pitchFamily="34" charset="-122"/>
                <a:ea typeface="微软雅黑" panose="020B0503020204020204" pitchFamily="34" charset="-122"/>
              </a:rPr>
              <a:t>其中，角频率     是常数，初相是   在区间          均匀分布的随机变量，</a:t>
            </a:r>
            <a:endParaRPr lang="en-US" altLang="zh-CN" sz="2800" b="1" dirty="0">
              <a:solidFill>
                <a:srgbClr val="0000FF"/>
              </a:solidFill>
              <a:latin typeface="微软雅黑" panose="020B0503020204020204" pitchFamily="34" charset="-122"/>
              <a:ea typeface="微软雅黑" panose="020B0503020204020204" pitchFamily="34" charset="-122"/>
            </a:endParaRPr>
          </a:p>
          <a:p>
            <a:pPr eaLnBrk="1" hangingPunct="1">
              <a:lnSpc>
                <a:spcPct val="125000"/>
              </a:lnSpc>
              <a:spcBef>
                <a:spcPts val="20"/>
              </a:spcBef>
              <a:spcAft>
                <a:spcPts val="0"/>
              </a:spcAft>
              <a:buNone/>
            </a:pPr>
            <a:r>
              <a:rPr lang="zh-CN" altLang="en-US" sz="2800" b="1" dirty="0">
                <a:solidFill>
                  <a:srgbClr val="0000FF"/>
                </a:solidFill>
                <a:latin typeface="微软雅黑" panose="020B0503020204020204" pitchFamily="34" charset="-122"/>
                <a:ea typeface="微软雅黑" panose="020B0503020204020204" pitchFamily="34" charset="-122"/>
              </a:rPr>
              <a:t>求         的均值和自相关序列，并判别      是否广义平稳随机过程。</a:t>
            </a:r>
          </a:p>
          <a:p>
            <a:pPr eaLnBrk="1" hangingPunct="1">
              <a:lnSpc>
                <a:spcPct val="125000"/>
              </a:lnSpc>
              <a:spcBef>
                <a:spcPts val="20"/>
              </a:spcBef>
              <a:spcAft>
                <a:spcPts val="0"/>
              </a:spcAft>
              <a:buNone/>
            </a:pPr>
            <a:r>
              <a:rPr lang="zh-CN" altLang="en-US" sz="2800" b="1" dirty="0">
                <a:solidFill>
                  <a:srgbClr val="0000FF"/>
                </a:solidFill>
                <a:latin typeface="微软雅黑" panose="020B0503020204020204" pitchFamily="34" charset="-122"/>
                <a:ea typeface="微软雅黑" panose="020B0503020204020204" pitchFamily="34" charset="-122"/>
              </a:rPr>
              <a:t>解</a:t>
            </a:r>
            <a:r>
              <a:rPr lang="zh-CN" altLang="en-US" sz="2800" b="1" dirty="0">
                <a:solidFill>
                  <a:srgbClr val="000000"/>
                </a:solidFill>
                <a:latin typeface="微软雅黑" panose="020B0503020204020204" pitchFamily="34" charset="-122"/>
                <a:ea typeface="微软雅黑" panose="020B0503020204020204" pitchFamily="34" charset="-122"/>
              </a:rPr>
              <a:t>：      的均值为：</a:t>
            </a:r>
          </a:p>
          <a:p>
            <a:pPr eaLnBrk="1" hangingPunct="1">
              <a:lnSpc>
                <a:spcPct val="90000"/>
              </a:lnSpc>
              <a:buNone/>
            </a:pPr>
            <a:endParaRPr lang="zh-CN" altLang="en-US" sz="2800" b="1" dirty="0">
              <a:solidFill>
                <a:srgbClr val="0000FF"/>
              </a:solidFill>
              <a:latin typeface="Times New Roman" panose="02020603050405020304" pitchFamily="18" charset="0"/>
            </a:endParaRPr>
          </a:p>
          <a:p>
            <a:pPr eaLnBrk="1" hangingPunct="1">
              <a:lnSpc>
                <a:spcPct val="90000"/>
              </a:lnSpc>
              <a:buNone/>
            </a:pPr>
            <a:endParaRPr lang="zh-CN" altLang="en-US" sz="2800" b="1" dirty="0">
              <a:solidFill>
                <a:srgbClr val="0000FF"/>
              </a:solidFill>
              <a:latin typeface="Times New Roman" panose="02020603050405020304" pitchFamily="18" charset="0"/>
            </a:endParaRPr>
          </a:p>
          <a:p>
            <a:pPr eaLnBrk="1" hangingPunct="1">
              <a:lnSpc>
                <a:spcPct val="90000"/>
              </a:lnSpc>
              <a:buNone/>
            </a:pPr>
            <a:endParaRPr lang="zh-CN" altLang="en-US" sz="2800" b="1" dirty="0">
              <a:solidFill>
                <a:srgbClr val="0000FF"/>
              </a:solidFill>
              <a:latin typeface="Times New Roman" panose="02020603050405020304" pitchFamily="18" charset="0"/>
            </a:endParaRPr>
          </a:p>
          <a:p>
            <a:pPr eaLnBrk="1" hangingPunct="1">
              <a:lnSpc>
                <a:spcPct val="90000"/>
              </a:lnSpc>
              <a:buNone/>
            </a:pPr>
            <a:endParaRPr lang="zh-CN" altLang="en-US" sz="2800" b="1" dirty="0">
              <a:solidFill>
                <a:srgbClr val="0000FF"/>
              </a:solidFill>
              <a:latin typeface="Times New Roman" panose="02020603050405020304" pitchFamily="18" charset="0"/>
            </a:endParaRPr>
          </a:p>
          <a:p>
            <a:pPr eaLnBrk="1" hangingPunct="1">
              <a:lnSpc>
                <a:spcPct val="90000"/>
              </a:lnSpc>
              <a:buNone/>
            </a:pPr>
            <a:endParaRPr lang="zh-CN" altLang="en-US" sz="2800" b="1" dirty="0">
              <a:solidFill>
                <a:srgbClr val="0000FF"/>
              </a:solidFill>
              <a:latin typeface="Times New Roman" panose="02020603050405020304" pitchFamily="18" charset="0"/>
            </a:endParaRPr>
          </a:p>
          <a:p>
            <a:pPr eaLnBrk="1" hangingPunct="1">
              <a:lnSpc>
                <a:spcPct val="90000"/>
              </a:lnSpc>
              <a:buNone/>
            </a:pPr>
            <a:r>
              <a:rPr lang="zh-CN" altLang="en-US" sz="2800" b="1" dirty="0">
                <a:solidFill>
                  <a:srgbClr val="000000"/>
                </a:solidFill>
                <a:latin typeface="微软雅黑" panose="020B0503020204020204" pitchFamily="34" charset="-122"/>
                <a:ea typeface="微软雅黑" panose="020B0503020204020204" pitchFamily="34" charset="-122"/>
              </a:rPr>
              <a:t>     其中：</a:t>
            </a:r>
          </a:p>
        </p:txBody>
      </p:sp>
      <p:graphicFrame>
        <p:nvGraphicFramePr>
          <p:cNvPr id="17410" name="Object 61"/>
          <p:cNvGraphicFramePr>
            <a:graphicFrameLocks noChangeAspect="1"/>
          </p:cNvGraphicFramePr>
          <p:nvPr/>
        </p:nvGraphicFramePr>
        <p:xfrm>
          <a:off x="4499928" y="1016635"/>
          <a:ext cx="863600" cy="377825"/>
        </p:xfrm>
        <a:graphic>
          <a:graphicData uri="http://schemas.openxmlformats.org/presentationml/2006/ole">
            <mc:AlternateContent xmlns:mc="http://schemas.openxmlformats.org/markup-compatibility/2006">
              <mc:Choice xmlns:v="urn:schemas-microsoft-com:vml" Requires="v">
                <p:oleObj r:id="rId2" imgW="457200" imgH="203200" progId="Equation.DSMT4">
                  <p:embed/>
                </p:oleObj>
              </mc:Choice>
              <mc:Fallback>
                <p:oleObj r:id="rId2" imgW="457200" imgH="203200" progId="Equation.DSMT4">
                  <p:embed/>
                  <p:pic>
                    <p:nvPicPr>
                      <p:cNvPr id="0" name="图片 3175"/>
                      <p:cNvPicPr/>
                      <p:nvPr/>
                    </p:nvPicPr>
                    <p:blipFill>
                      <a:blip r:embed="rId3"/>
                      <a:stretch>
                        <a:fillRect/>
                      </a:stretch>
                    </p:blipFill>
                    <p:spPr>
                      <a:xfrm>
                        <a:off x="4499928" y="1016635"/>
                        <a:ext cx="863600" cy="377825"/>
                      </a:xfrm>
                      <a:prstGeom prst="rect">
                        <a:avLst/>
                      </a:prstGeom>
                      <a:noFill/>
                      <a:ln w="38100">
                        <a:noFill/>
                        <a:miter/>
                      </a:ln>
                    </p:spPr>
                  </p:pic>
                </p:oleObj>
              </mc:Fallback>
            </mc:AlternateContent>
          </a:graphicData>
        </a:graphic>
      </p:graphicFrame>
      <p:graphicFrame>
        <p:nvGraphicFramePr>
          <p:cNvPr id="17411" name="Object 62"/>
          <p:cNvGraphicFramePr>
            <a:graphicFrameLocks noChangeAspect="1"/>
          </p:cNvGraphicFramePr>
          <p:nvPr/>
        </p:nvGraphicFramePr>
        <p:xfrm>
          <a:off x="755333" y="1484630"/>
          <a:ext cx="593725" cy="377825"/>
        </p:xfrm>
        <a:graphic>
          <a:graphicData uri="http://schemas.openxmlformats.org/presentationml/2006/ole">
            <mc:AlternateContent xmlns:mc="http://schemas.openxmlformats.org/markup-compatibility/2006">
              <mc:Choice xmlns:v="urn:schemas-microsoft-com:vml" Requires="v">
                <p:oleObj r:id="rId4" imgW="317500" imgH="203200" progId="Equation.DSMT4">
                  <p:embed/>
                </p:oleObj>
              </mc:Choice>
              <mc:Fallback>
                <p:oleObj r:id="rId4" imgW="317500" imgH="203200" progId="Equation.DSMT4">
                  <p:embed/>
                  <p:pic>
                    <p:nvPicPr>
                      <p:cNvPr id="0" name="图片 3187"/>
                      <p:cNvPicPr/>
                      <p:nvPr/>
                    </p:nvPicPr>
                    <p:blipFill>
                      <a:blip r:embed="rId5"/>
                      <a:stretch>
                        <a:fillRect/>
                      </a:stretch>
                    </p:blipFill>
                    <p:spPr>
                      <a:xfrm>
                        <a:off x="755333" y="1484630"/>
                        <a:ext cx="593725" cy="377825"/>
                      </a:xfrm>
                      <a:prstGeom prst="rect">
                        <a:avLst/>
                      </a:prstGeom>
                      <a:noFill/>
                      <a:ln w="38100">
                        <a:noFill/>
                        <a:miter/>
                      </a:ln>
                    </p:spPr>
                  </p:pic>
                </p:oleObj>
              </mc:Fallback>
            </mc:AlternateContent>
          </a:graphicData>
        </a:graphic>
      </p:graphicFrame>
      <p:graphicFrame>
        <p:nvGraphicFramePr>
          <p:cNvPr id="17412" name="Object 63"/>
          <p:cNvGraphicFramePr>
            <a:graphicFrameLocks noChangeAspect="1"/>
          </p:cNvGraphicFramePr>
          <p:nvPr/>
        </p:nvGraphicFramePr>
        <p:xfrm>
          <a:off x="3924300" y="476885"/>
          <a:ext cx="2151063" cy="403225"/>
        </p:xfrm>
        <a:graphic>
          <a:graphicData uri="http://schemas.openxmlformats.org/presentationml/2006/ole">
            <mc:AlternateContent xmlns:mc="http://schemas.openxmlformats.org/markup-compatibility/2006">
              <mc:Choice xmlns:v="urn:schemas-microsoft-com:vml" Requires="v">
                <p:oleObj r:id="rId6" imgW="1219200" imgH="228600" progId="Equation.DSMT4">
                  <p:embed/>
                </p:oleObj>
              </mc:Choice>
              <mc:Fallback>
                <p:oleObj r:id="rId6" imgW="1219200" imgH="228600" progId="Equation.DSMT4">
                  <p:embed/>
                  <p:pic>
                    <p:nvPicPr>
                      <p:cNvPr id="0" name="图片 3183"/>
                      <p:cNvPicPr/>
                      <p:nvPr/>
                    </p:nvPicPr>
                    <p:blipFill>
                      <a:blip r:embed="rId7"/>
                      <a:stretch>
                        <a:fillRect/>
                      </a:stretch>
                    </p:blipFill>
                    <p:spPr>
                      <a:xfrm>
                        <a:off x="3924300" y="476885"/>
                        <a:ext cx="2151063" cy="403225"/>
                      </a:xfrm>
                      <a:prstGeom prst="rect">
                        <a:avLst/>
                      </a:prstGeom>
                      <a:noFill/>
                      <a:ln w="38100">
                        <a:noFill/>
                        <a:miter/>
                      </a:ln>
                    </p:spPr>
                  </p:pic>
                </p:oleObj>
              </mc:Fallback>
            </mc:AlternateContent>
          </a:graphicData>
        </a:graphic>
      </p:graphicFrame>
      <p:graphicFrame>
        <p:nvGraphicFramePr>
          <p:cNvPr id="17413" name="Object 64"/>
          <p:cNvGraphicFramePr>
            <a:graphicFrameLocks noChangeAspect="1"/>
          </p:cNvGraphicFramePr>
          <p:nvPr/>
        </p:nvGraphicFramePr>
        <p:xfrm>
          <a:off x="8388668" y="476885"/>
          <a:ext cx="357187" cy="430213"/>
        </p:xfrm>
        <a:graphic>
          <a:graphicData uri="http://schemas.openxmlformats.org/presentationml/2006/ole">
            <mc:AlternateContent xmlns:mc="http://schemas.openxmlformats.org/markup-compatibility/2006">
              <mc:Choice xmlns:v="urn:schemas-microsoft-com:vml" Requires="v">
                <p:oleObj r:id="rId8" imgW="190500" imgH="228600" progId="Equation.DSMT4">
                  <p:embed/>
                </p:oleObj>
              </mc:Choice>
              <mc:Fallback>
                <p:oleObj r:id="rId8" imgW="190500" imgH="228600" progId="Equation.DSMT4">
                  <p:embed/>
                  <p:pic>
                    <p:nvPicPr>
                      <p:cNvPr id="0" name="图片 3184"/>
                      <p:cNvPicPr/>
                      <p:nvPr/>
                    </p:nvPicPr>
                    <p:blipFill>
                      <a:blip r:embed="rId9"/>
                      <a:stretch>
                        <a:fillRect/>
                      </a:stretch>
                    </p:blipFill>
                    <p:spPr>
                      <a:xfrm>
                        <a:off x="8388668" y="476885"/>
                        <a:ext cx="357187" cy="430213"/>
                      </a:xfrm>
                      <a:prstGeom prst="rect">
                        <a:avLst/>
                      </a:prstGeom>
                      <a:noFill/>
                      <a:ln w="38100">
                        <a:noFill/>
                        <a:miter/>
                      </a:ln>
                    </p:spPr>
                  </p:pic>
                </p:oleObj>
              </mc:Fallback>
            </mc:AlternateContent>
          </a:graphicData>
        </a:graphic>
      </p:graphicFrame>
      <p:graphicFrame>
        <p:nvGraphicFramePr>
          <p:cNvPr id="17414" name="Object 65"/>
          <p:cNvGraphicFramePr>
            <a:graphicFrameLocks noChangeAspect="1"/>
          </p:cNvGraphicFramePr>
          <p:nvPr/>
        </p:nvGraphicFramePr>
        <p:xfrm>
          <a:off x="3059748" y="1016318"/>
          <a:ext cx="269875" cy="304800"/>
        </p:xfrm>
        <a:graphic>
          <a:graphicData uri="http://schemas.openxmlformats.org/presentationml/2006/ole">
            <mc:AlternateContent xmlns:mc="http://schemas.openxmlformats.org/markup-compatibility/2006">
              <mc:Choice xmlns:v="urn:schemas-microsoft-com:vml" Requires="v">
                <p:oleObj r:id="rId10" imgW="139700" imgH="165100" progId="Equation.DSMT4">
                  <p:embed/>
                </p:oleObj>
              </mc:Choice>
              <mc:Fallback>
                <p:oleObj r:id="rId10" imgW="139700" imgH="165100" progId="Equation.DSMT4">
                  <p:embed/>
                  <p:pic>
                    <p:nvPicPr>
                      <p:cNvPr id="0" name="图片 3182"/>
                      <p:cNvPicPr/>
                      <p:nvPr/>
                    </p:nvPicPr>
                    <p:blipFill>
                      <a:blip r:embed="rId11"/>
                      <a:stretch>
                        <a:fillRect/>
                      </a:stretch>
                    </p:blipFill>
                    <p:spPr>
                      <a:xfrm>
                        <a:off x="3059748" y="1016318"/>
                        <a:ext cx="269875" cy="304800"/>
                      </a:xfrm>
                      <a:prstGeom prst="rect">
                        <a:avLst/>
                      </a:prstGeom>
                      <a:noFill/>
                      <a:ln w="38100">
                        <a:noFill/>
                        <a:miter/>
                      </a:ln>
                    </p:spPr>
                  </p:pic>
                </p:oleObj>
              </mc:Fallback>
            </mc:AlternateContent>
          </a:graphicData>
        </a:graphic>
      </p:graphicFrame>
      <p:graphicFrame>
        <p:nvGraphicFramePr>
          <p:cNvPr id="17415" name="Object 66"/>
          <p:cNvGraphicFramePr>
            <a:graphicFrameLocks noChangeAspect="1"/>
          </p:cNvGraphicFramePr>
          <p:nvPr/>
        </p:nvGraphicFramePr>
        <p:xfrm>
          <a:off x="828040" y="2628583"/>
          <a:ext cx="593725" cy="377825"/>
        </p:xfrm>
        <a:graphic>
          <a:graphicData uri="http://schemas.openxmlformats.org/presentationml/2006/ole">
            <mc:AlternateContent xmlns:mc="http://schemas.openxmlformats.org/markup-compatibility/2006">
              <mc:Choice xmlns:v="urn:schemas-microsoft-com:vml" Requires="v">
                <p:oleObj r:id="rId12" imgW="317500" imgH="203200" progId="Equation.DSMT4">
                  <p:embed/>
                </p:oleObj>
              </mc:Choice>
              <mc:Fallback>
                <p:oleObj r:id="rId12" imgW="317500" imgH="203200" progId="Equation.DSMT4">
                  <p:embed/>
                  <p:pic>
                    <p:nvPicPr>
                      <p:cNvPr id="0" name="图片 3186"/>
                      <p:cNvPicPr/>
                      <p:nvPr/>
                    </p:nvPicPr>
                    <p:blipFill>
                      <a:blip r:embed="rId5"/>
                      <a:stretch>
                        <a:fillRect/>
                      </a:stretch>
                    </p:blipFill>
                    <p:spPr>
                      <a:xfrm>
                        <a:off x="828040" y="2628583"/>
                        <a:ext cx="593725" cy="377825"/>
                      </a:xfrm>
                      <a:prstGeom prst="rect">
                        <a:avLst/>
                      </a:prstGeom>
                      <a:noFill/>
                      <a:ln w="38100">
                        <a:noFill/>
                        <a:miter/>
                      </a:ln>
                    </p:spPr>
                  </p:pic>
                </p:oleObj>
              </mc:Fallback>
            </mc:AlternateContent>
          </a:graphicData>
        </a:graphic>
      </p:graphicFrame>
      <p:graphicFrame>
        <p:nvGraphicFramePr>
          <p:cNvPr id="17416" name="Object 67"/>
          <p:cNvGraphicFramePr>
            <a:graphicFrameLocks noChangeAspect="1"/>
          </p:cNvGraphicFramePr>
          <p:nvPr/>
        </p:nvGraphicFramePr>
        <p:xfrm>
          <a:off x="6156008" y="1556703"/>
          <a:ext cx="593725" cy="377825"/>
        </p:xfrm>
        <a:graphic>
          <a:graphicData uri="http://schemas.openxmlformats.org/presentationml/2006/ole">
            <mc:AlternateContent xmlns:mc="http://schemas.openxmlformats.org/markup-compatibility/2006">
              <mc:Choice xmlns:v="urn:schemas-microsoft-com:vml" Requires="v">
                <p:oleObj r:id="rId13" imgW="317500" imgH="203200" progId="Equation.DSMT4">
                  <p:embed/>
                </p:oleObj>
              </mc:Choice>
              <mc:Fallback>
                <p:oleObj r:id="rId13" imgW="317500" imgH="203200" progId="Equation.DSMT4">
                  <p:embed/>
                  <p:pic>
                    <p:nvPicPr>
                      <p:cNvPr id="0" name="图片 3177"/>
                      <p:cNvPicPr/>
                      <p:nvPr/>
                    </p:nvPicPr>
                    <p:blipFill>
                      <a:blip r:embed="rId5"/>
                      <a:stretch>
                        <a:fillRect/>
                      </a:stretch>
                    </p:blipFill>
                    <p:spPr>
                      <a:xfrm>
                        <a:off x="6156008" y="1556703"/>
                        <a:ext cx="593725" cy="377825"/>
                      </a:xfrm>
                      <a:prstGeom prst="rect">
                        <a:avLst/>
                      </a:prstGeom>
                      <a:noFill/>
                      <a:ln w="38100">
                        <a:noFill/>
                        <a:miter/>
                      </a:ln>
                    </p:spPr>
                  </p:pic>
                </p:oleObj>
              </mc:Fallback>
            </mc:AlternateContent>
          </a:graphicData>
        </a:graphic>
      </p:graphicFrame>
      <p:graphicFrame>
        <p:nvGraphicFramePr>
          <p:cNvPr id="17417" name="Object 68"/>
          <p:cNvGraphicFramePr>
            <a:graphicFrameLocks noChangeAspect="1"/>
          </p:cNvGraphicFramePr>
          <p:nvPr/>
        </p:nvGraphicFramePr>
        <p:xfrm>
          <a:off x="3324225" y="2564765"/>
          <a:ext cx="3214688" cy="598488"/>
        </p:xfrm>
        <a:graphic>
          <a:graphicData uri="http://schemas.openxmlformats.org/presentationml/2006/ole">
            <mc:AlternateContent xmlns:mc="http://schemas.openxmlformats.org/markup-compatibility/2006">
              <mc:Choice xmlns:v="urn:schemas-microsoft-com:vml" Requires="v">
                <p:oleObj r:id="rId14" imgW="1790700" imgH="330200" progId="Equation.DSMT4">
                  <p:embed/>
                </p:oleObj>
              </mc:Choice>
              <mc:Fallback>
                <p:oleObj r:id="rId14" imgW="1790700" imgH="330200" progId="Equation.DSMT4">
                  <p:embed/>
                  <p:pic>
                    <p:nvPicPr>
                      <p:cNvPr id="0" name="图片 3190"/>
                      <p:cNvPicPr/>
                      <p:nvPr/>
                    </p:nvPicPr>
                    <p:blipFill>
                      <a:blip r:embed="rId15"/>
                      <a:stretch>
                        <a:fillRect/>
                      </a:stretch>
                    </p:blipFill>
                    <p:spPr>
                      <a:xfrm>
                        <a:off x="3324225" y="2564765"/>
                        <a:ext cx="3214688" cy="598488"/>
                      </a:xfrm>
                      <a:prstGeom prst="rect">
                        <a:avLst/>
                      </a:prstGeom>
                      <a:noFill/>
                      <a:ln w="38100">
                        <a:noFill/>
                        <a:miter/>
                      </a:ln>
                    </p:spPr>
                  </p:pic>
                </p:oleObj>
              </mc:Fallback>
            </mc:AlternateContent>
          </a:graphicData>
        </a:graphic>
      </p:graphicFrame>
      <p:graphicFrame>
        <p:nvGraphicFramePr>
          <p:cNvPr id="17418" name="Object 69"/>
          <p:cNvGraphicFramePr>
            <a:graphicFrameLocks noChangeAspect="1"/>
          </p:cNvGraphicFramePr>
          <p:nvPr/>
        </p:nvGraphicFramePr>
        <p:xfrm>
          <a:off x="2843848" y="3284855"/>
          <a:ext cx="2754312" cy="701675"/>
        </p:xfrm>
        <a:graphic>
          <a:graphicData uri="http://schemas.openxmlformats.org/presentationml/2006/ole">
            <mc:AlternateContent xmlns:mc="http://schemas.openxmlformats.org/markup-compatibility/2006">
              <mc:Choice xmlns:v="urn:schemas-microsoft-com:vml" Requires="v">
                <p:oleObj r:id="rId16" imgW="1536065" imgH="393700" progId="Equation.DSMT4">
                  <p:embed/>
                </p:oleObj>
              </mc:Choice>
              <mc:Fallback>
                <p:oleObj r:id="rId16" imgW="1536065" imgH="393700" progId="Equation.DSMT4">
                  <p:embed/>
                  <p:pic>
                    <p:nvPicPr>
                      <p:cNvPr id="0" name="图片 3188"/>
                      <p:cNvPicPr/>
                      <p:nvPr/>
                    </p:nvPicPr>
                    <p:blipFill>
                      <a:blip r:embed="rId17"/>
                      <a:stretch>
                        <a:fillRect/>
                      </a:stretch>
                    </p:blipFill>
                    <p:spPr>
                      <a:xfrm>
                        <a:off x="2843848" y="3284855"/>
                        <a:ext cx="2754312" cy="701675"/>
                      </a:xfrm>
                      <a:prstGeom prst="rect">
                        <a:avLst/>
                      </a:prstGeom>
                      <a:noFill/>
                      <a:ln w="38100">
                        <a:noFill/>
                        <a:miter/>
                      </a:ln>
                    </p:spPr>
                  </p:pic>
                </p:oleObj>
              </mc:Fallback>
            </mc:AlternateContent>
          </a:graphicData>
        </a:graphic>
      </p:graphicFrame>
      <p:graphicFrame>
        <p:nvGraphicFramePr>
          <p:cNvPr id="17419" name="Object 71"/>
          <p:cNvGraphicFramePr>
            <a:graphicFrameLocks noChangeAspect="1"/>
          </p:cNvGraphicFramePr>
          <p:nvPr/>
        </p:nvGraphicFramePr>
        <p:xfrm>
          <a:off x="2808605" y="4009708"/>
          <a:ext cx="5473700" cy="701675"/>
        </p:xfrm>
        <a:graphic>
          <a:graphicData uri="http://schemas.openxmlformats.org/presentationml/2006/ole">
            <mc:AlternateContent xmlns:mc="http://schemas.openxmlformats.org/markup-compatibility/2006">
              <mc:Choice xmlns:v="urn:schemas-microsoft-com:vml" Requires="v">
                <p:oleObj r:id="rId18" imgW="3048000" imgH="393700" progId="Equation.DSMT4">
                  <p:embed/>
                </p:oleObj>
              </mc:Choice>
              <mc:Fallback>
                <p:oleObj r:id="rId18" imgW="3048000" imgH="393700" progId="Equation.DSMT4">
                  <p:embed/>
                  <p:pic>
                    <p:nvPicPr>
                      <p:cNvPr id="0" name="图片 3176"/>
                      <p:cNvPicPr/>
                      <p:nvPr/>
                    </p:nvPicPr>
                    <p:blipFill>
                      <a:blip r:embed="rId19"/>
                      <a:stretch>
                        <a:fillRect/>
                      </a:stretch>
                    </p:blipFill>
                    <p:spPr>
                      <a:xfrm>
                        <a:off x="2808605" y="4009708"/>
                        <a:ext cx="5473700" cy="701675"/>
                      </a:xfrm>
                      <a:prstGeom prst="rect">
                        <a:avLst/>
                      </a:prstGeom>
                      <a:noFill/>
                      <a:ln w="38100">
                        <a:noFill/>
                        <a:miter/>
                      </a:ln>
                    </p:spPr>
                  </p:pic>
                </p:oleObj>
              </mc:Fallback>
            </mc:AlternateContent>
          </a:graphicData>
        </a:graphic>
      </p:graphicFrame>
      <p:sp>
        <p:nvSpPr>
          <p:cNvPr id="17422" name="Rectangle 76"/>
          <p:cNvSpPr/>
          <p:nvPr/>
        </p:nvSpPr>
        <p:spPr>
          <a:xfrm>
            <a:off x="144463" y="3100388"/>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17420" name="Object 75"/>
          <p:cNvGraphicFramePr>
            <a:graphicFrameLocks noChangeAspect="1"/>
          </p:cNvGraphicFramePr>
          <p:nvPr/>
        </p:nvGraphicFramePr>
        <p:xfrm>
          <a:off x="1835150" y="5013325"/>
          <a:ext cx="2879725" cy="1204913"/>
        </p:xfrm>
        <a:graphic>
          <a:graphicData uri="http://schemas.openxmlformats.org/presentationml/2006/ole">
            <mc:AlternateContent xmlns:mc="http://schemas.openxmlformats.org/markup-compatibility/2006">
              <mc:Choice xmlns:v="urn:schemas-microsoft-com:vml" Requires="v">
                <p:oleObj r:id="rId20" imgW="1574800" imgH="660400" progId="Equation.DSMT4">
                  <p:embed/>
                </p:oleObj>
              </mc:Choice>
              <mc:Fallback>
                <p:oleObj r:id="rId20" imgW="1574800" imgH="660400" progId="Equation.DSMT4">
                  <p:embed/>
                  <p:pic>
                    <p:nvPicPr>
                      <p:cNvPr id="0" name="图片 3191"/>
                      <p:cNvPicPr/>
                      <p:nvPr/>
                    </p:nvPicPr>
                    <p:blipFill>
                      <a:blip r:embed="rId21"/>
                      <a:stretch>
                        <a:fillRect/>
                      </a:stretch>
                    </p:blipFill>
                    <p:spPr>
                      <a:xfrm>
                        <a:off x="1835150" y="5013325"/>
                        <a:ext cx="2879725" cy="1204913"/>
                      </a:xfrm>
                      <a:prstGeom prst="rect">
                        <a:avLst/>
                      </a:prstGeom>
                      <a:noFill/>
                      <a:ln w="38100">
                        <a:noFill/>
                        <a:miter/>
                      </a:ln>
                    </p:spPr>
                  </p:pic>
                </p:oleObj>
              </mc:Fallback>
            </mc:AlternateContent>
          </a:graphicData>
        </a:graphic>
      </p:graphicFrame>
      <p:sp>
        <p:nvSpPr>
          <p:cNvPr id="17423"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22</a:t>
            </a:fld>
            <a:endParaRPr lang="zh-CN" altLang="en-US" sz="1400" dirty="0"/>
          </a:p>
        </p:txBody>
      </p:sp>
      <p:cxnSp>
        <p:nvCxnSpPr>
          <p:cNvPr id="17424" name="直接连接符 2"/>
          <p:cNvCxnSpPr/>
          <p:nvPr/>
        </p:nvCxnSpPr>
        <p:spPr>
          <a:xfrm>
            <a:off x="5651500" y="4005263"/>
            <a:ext cx="0" cy="287337"/>
          </a:xfrm>
          <a:prstGeom prst="line">
            <a:avLst/>
          </a:prstGeom>
          <a:ln w="9525" cap="flat" cmpd="sng">
            <a:solidFill>
              <a:schemeClr val="tx1"/>
            </a:solidFill>
            <a:prstDash val="soli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Rectangle 1082"/>
          <p:cNvSpPr>
            <a:spLocks noRot="1"/>
          </p:cNvSpPr>
          <p:nvPr/>
        </p:nvSpPr>
        <p:spPr>
          <a:xfrm>
            <a:off x="0" y="620713"/>
            <a:ext cx="8964613" cy="5903912"/>
          </a:xfrm>
          <a:prstGeom prst="rect">
            <a:avLst/>
          </a:prstGeom>
          <a:noFill/>
          <a:ln w="9525">
            <a:noFill/>
          </a:ln>
        </p:spPr>
        <p:txBody>
          <a:bodyPr/>
          <a:lstStyle/>
          <a:p>
            <a:pPr marL="342900" indent="-342900" eaLnBrk="1" hangingPunct="1">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的自相关序列为：</a:t>
            </a:r>
          </a:p>
          <a:p>
            <a:pPr marL="342900" indent="-342900" eaLnBrk="1" hangingPunct="1">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随机信号       的均值为常数，自相关序列只与时间差有关，所以        为广义平稳随机过程。</a:t>
            </a:r>
          </a:p>
        </p:txBody>
      </p:sp>
      <p:graphicFrame>
        <p:nvGraphicFramePr>
          <p:cNvPr id="18434" name="Object 1044"/>
          <p:cNvGraphicFramePr>
            <a:graphicFrameLocks noChangeAspect="1"/>
          </p:cNvGraphicFramePr>
          <p:nvPr/>
        </p:nvGraphicFramePr>
        <p:xfrm>
          <a:off x="1835150" y="4797425"/>
          <a:ext cx="587375" cy="374650"/>
        </p:xfrm>
        <a:graphic>
          <a:graphicData uri="http://schemas.openxmlformats.org/presentationml/2006/ole">
            <mc:AlternateContent xmlns:mc="http://schemas.openxmlformats.org/markup-compatibility/2006">
              <mc:Choice xmlns:v="urn:schemas-microsoft-com:vml" Requires="v">
                <p:oleObj r:id="rId2" imgW="317500" imgH="203200" progId="Equation.DSMT4">
                  <p:embed/>
                </p:oleObj>
              </mc:Choice>
              <mc:Fallback>
                <p:oleObj r:id="rId2" imgW="317500" imgH="203200" progId="Equation.DSMT4">
                  <p:embed/>
                  <p:pic>
                    <p:nvPicPr>
                      <p:cNvPr id="0" name="图片 3189"/>
                      <p:cNvPicPr/>
                      <p:nvPr/>
                    </p:nvPicPr>
                    <p:blipFill>
                      <a:blip r:embed="rId3"/>
                      <a:stretch>
                        <a:fillRect/>
                      </a:stretch>
                    </p:blipFill>
                    <p:spPr>
                      <a:xfrm>
                        <a:off x="1835150" y="4797425"/>
                        <a:ext cx="587375" cy="374650"/>
                      </a:xfrm>
                      <a:prstGeom prst="rect">
                        <a:avLst/>
                      </a:prstGeom>
                      <a:noFill/>
                      <a:ln w="38100">
                        <a:noFill/>
                        <a:miter/>
                      </a:ln>
                    </p:spPr>
                  </p:pic>
                </p:oleObj>
              </mc:Fallback>
            </mc:AlternateContent>
          </a:graphicData>
        </a:graphic>
      </p:graphicFrame>
      <p:graphicFrame>
        <p:nvGraphicFramePr>
          <p:cNvPr id="18435" name="Object 1043"/>
          <p:cNvGraphicFramePr>
            <a:graphicFrameLocks noChangeAspect="1"/>
          </p:cNvGraphicFramePr>
          <p:nvPr/>
        </p:nvGraphicFramePr>
        <p:xfrm>
          <a:off x="539750" y="1125538"/>
          <a:ext cx="7954963" cy="711200"/>
        </p:xfrm>
        <a:graphic>
          <a:graphicData uri="http://schemas.openxmlformats.org/presentationml/2006/ole">
            <mc:AlternateContent xmlns:mc="http://schemas.openxmlformats.org/markup-compatibility/2006">
              <mc:Choice xmlns:v="urn:schemas-microsoft-com:vml" Requires="v">
                <p:oleObj r:id="rId4" imgW="3733800" imgH="330200" progId="Equation.DSMT4">
                  <p:embed/>
                </p:oleObj>
              </mc:Choice>
              <mc:Fallback>
                <p:oleObj r:id="rId4" imgW="3733800" imgH="330200" progId="Equation.DSMT4">
                  <p:embed/>
                  <p:pic>
                    <p:nvPicPr>
                      <p:cNvPr id="0" name="图片 3179"/>
                      <p:cNvPicPr/>
                      <p:nvPr/>
                    </p:nvPicPr>
                    <p:blipFill>
                      <a:blip r:embed="rId5"/>
                      <a:stretch>
                        <a:fillRect/>
                      </a:stretch>
                    </p:blipFill>
                    <p:spPr>
                      <a:xfrm>
                        <a:off x="539750" y="1125538"/>
                        <a:ext cx="7954963" cy="711200"/>
                      </a:xfrm>
                      <a:prstGeom prst="rect">
                        <a:avLst/>
                      </a:prstGeom>
                      <a:noFill/>
                      <a:ln w="38100">
                        <a:noFill/>
                        <a:miter/>
                      </a:ln>
                    </p:spPr>
                  </p:pic>
                </p:oleObj>
              </mc:Fallback>
            </mc:AlternateContent>
          </a:graphicData>
        </a:graphic>
      </p:graphicFrame>
      <p:graphicFrame>
        <p:nvGraphicFramePr>
          <p:cNvPr id="18436" name="Object 1042"/>
          <p:cNvGraphicFramePr>
            <a:graphicFrameLocks noChangeAspect="1"/>
          </p:cNvGraphicFramePr>
          <p:nvPr/>
        </p:nvGraphicFramePr>
        <p:xfrm>
          <a:off x="2259013" y="1990725"/>
          <a:ext cx="5697537" cy="831850"/>
        </p:xfrm>
        <a:graphic>
          <a:graphicData uri="http://schemas.openxmlformats.org/presentationml/2006/ole">
            <mc:AlternateContent xmlns:mc="http://schemas.openxmlformats.org/markup-compatibility/2006">
              <mc:Choice xmlns:v="urn:schemas-microsoft-com:vml" Requires="v">
                <p:oleObj r:id="rId6" imgW="2679700" imgH="393700" progId="Equation.DSMT4">
                  <p:embed/>
                </p:oleObj>
              </mc:Choice>
              <mc:Fallback>
                <p:oleObj r:id="rId6" imgW="2679700" imgH="393700" progId="Equation.DSMT4">
                  <p:embed/>
                  <p:pic>
                    <p:nvPicPr>
                      <p:cNvPr id="0" name="图片 3185"/>
                      <p:cNvPicPr/>
                      <p:nvPr/>
                    </p:nvPicPr>
                    <p:blipFill>
                      <a:blip r:embed="rId7"/>
                      <a:stretch>
                        <a:fillRect/>
                      </a:stretch>
                    </p:blipFill>
                    <p:spPr>
                      <a:xfrm>
                        <a:off x="2259013" y="1990725"/>
                        <a:ext cx="5697537" cy="831850"/>
                      </a:xfrm>
                      <a:prstGeom prst="rect">
                        <a:avLst/>
                      </a:prstGeom>
                      <a:noFill/>
                      <a:ln w="38100">
                        <a:noFill/>
                        <a:miter/>
                      </a:ln>
                    </p:spPr>
                  </p:pic>
                </p:oleObj>
              </mc:Fallback>
            </mc:AlternateContent>
          </a:graphicData>
        </a:graphic>
      </p:graphicFrame>
      <p:graphicFrame>
        <p:nvGraphicFramePr>
          <p:cNvPr id="18437" name="Object 1040"/>
          <p:cNvGraphicFramePr>
            <a:graphicFrameLocks noChangeAspect="1"/>
          </p:cNvGraphicFramePr>
          <p:nvPr/>
        </p:nvGraphicFramePr>
        <p:xfrm>
          <a:off x="2338388" y="3922713"/>
          <a:ext cx="1585912" cy="730250"/>
        </p:xfrm>
        <a:graphic>
          <a:graphicData uri="http://schemas.openxmlformats.org/presentationml/2006/ole">
            <mc:AlternateContent xmlns:mc="http://schemas.openxmlformats.org/markup-compatibility/2006">
              <mc:Choice xmlns:v="urn:schemas-microsoft-com:vml" Requires="v">
                <p:oleObj r:id="rId8" imgW="850265" imgH="393700" progId="Equation.DSMT4">
                  <p:embed/>
                </p:oleObj>
              </mc:Choice>
              <mc:Fallback>
                <p:oleObj r:id="rId8" imgW="850265" imgH="393700" progId="Equation.DSMT4">
                  <p:embed/>
                  <p:pic>
                    <p:nvPicPr>
                      <p:cNvPr id="0" name="图片 3178"/>
                      <p:cNvPicPr/>
                      <p:nvPr/>
                    </p:nvPicPr>
                    <p:blipFill>
                      <a:blip r:embed="rId9"/>
                      <a:stretch>
                        <a:fillRect/>
                      </a:stretch>
                    </p:blipFill>
                    <p:spPr>
                      <a:xfrm>
                        <a:off x="2338388" y="3922713"/>
                        <a:ext cx="1585912" cy="730250"/>
                      </a:xfrm>
                      <a:prstGeom prst="rect">
                        <a:avLst/>
                      </a:prstGeom>
                      <a:noFill/>
                      <a:ln w="38100">
                        <a:noFill/>
                        <a:miter/>
                      </a:ln>
                    </p:spPr>
                  </p:pic>
                </p:oleObj>
              </mc:Fallback>
            </mc:AlternateContent>
          </a:graphicData>
        </a:graphic>
      </p:graphicFrame>
      <p:graphicFrame>
        <p:nvGraphicFramePr>
          <p:cNvPr id="18438" name="Object 1039"/>
          <p:cNvGraphicFramePr>
            <a:graphicFrameLocks noChangeAspect="1"/>
          </p:cNvGraphicFramePr>
          <p:nvPr/>
        </p:nvGraphicFramePr>
        <p:xfrm>
          <a:off x="468313" y="692150"/>
          <a:ext cx="617537" cy="392113"/>
        </p:xfrm>
        <a:graphic>
          <a:graphicData uri="http://schemas.openxmlformats.org/presentationml/2006/ole">
            <mc:AlternateContent xmlns:mc="http://schemas.openxmlformats.org/markup-compatibility/2006">
              <mc:Choice xmlns:v="urn:schemas-microsoft-com:vml" Requires="v">
                <p:oleObj r:id="rId10" imgW="317500" imgH="203200" progId="Equation.DSMT4">
                  <p:embed/>
                </p:oleObj>
              </mc:Choice>
              <mc:Fallback>
                <p:oleObj r:id="rId10" imgW="317500" imgH="203200" progId="Equation.DSMT4">
                  <p:embed/>
                  <p:pic>
                    <p:nvPicPr>
                      <p:cNvPr id="0" name="图片 3180"/>
                      <p:cNvPicPr/>
                      <p:nvPr/>
                    </p:nvPicPr>
                    <p:blipFill>
                      <a:blip r:embed="rId3"/>
                      <a:stretch>
                        <a:fillRect/>
                      </a:stretch>
                    </p:blipFill>
                    <p:spPr>
                      <a:xfrm>
                        <a:off x="468313" y="692150"/>
                        <a:ext cx="617537" cy="392113"/>
                      </a:xfrm>
                      <a:prstGeom prst="rect">
                        <a:avLst/>
                      </a:prstGeom>
                      <a:noFill/>
                      <a:ln w="38100">
                        <a:noFill/>
                        <a:miter/>
                      </a:ln>
                    </p:spPr>
                  </p:pic>
                </p:oleObj>
              </mc:Fallback>
            </mc:AlternateContent>
          </a:graphicData>
        </a:graphic>
      </p:graphicFrame>
      <p:graphicFrame>
        <p:nvGraphicFramePr>
          <p:cNvPr id="18439" name="Object 1038"/>
          <p:cNvGraphicFramePr>
            <a:graphicFrameLocks noChangeAspect="1"/>
          </p:cNvGraphicFramePr>
          <p:nvPr/>
        </p:nvGraphicFramePr>
        <p:xfrm>
          <a:off x="2268538" y="5300663"/>
          <a:ext cx="615950" cy="392112"/>
        </p:xfrm>
        <a:graphic>
          <a:graphicData uri="http://schemas.openxmlformats.org/presentationml/2006/ole">
            <mc:AlternateContent xmlns:mc="http://schemas.openxmlformats.org/markup-compatibility/2006">
              <mc:Choice xmlns:v="urn:schemas-microsoft-com:vml" Requires="v">
                <p:oleObj r:id="rId11" imgW="317500" imgH="203200" progId="Equation.DSMT4">
                  <p:embed/>
                </p:oleObj>
              </mc:Choice>
              <mc:Fallback>
                <p:oleObj r:id="rId11" imgW="317500" imgH="203200" progId="Equation.DSMT4">
                  <p:embed/>
                  <p:pic>
                    <p:nvPicPr>
                      <p:cNvPr id="0" name="图片 3181"/>
                      <p:cNvPicPr/>
                      <p:nvPr/>
                    </p:nvPicPr>
                    <p:blipFill>
                      <a:blip r:embed="rId3"/>
                      <a:stretch>
                        <a:fillRect/>
                      </a:stretch>
                    </p:blipFill>
                    <p:spPr>
                      <a:xfrm>
                        <a:off x="2268538" y="5300663"/>
                        <a:ext cx="615950" cy="392112"/>
                      </a:xfrm>
                      <a:prstGeom prst="rect">
                        <a:avLst/>
                      </a:prstGeom>
                      <a:noFill/>
                      <a:ln w="38100">
                        <a:noFill/>
                        <a:miter/>
                      </a:ln>
                    </p:spPr>
                  </p:pic>
                </p:oleObj>
              </mc:Fallback>
            </mc:AlternateContent>
          </a:graphicData>
        </a:graphic>
      </p:graphicFrame>
      <p:sp>
        <p:nvSpPr>
          <p:cNvPr id="18441"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23</a:t>
            </a:fld>
            <a:endParaRPr lang="zh-CN" altLang="en-US" sz="1400" dirty="0"/>
          </a:p>
        </p:txBody>
      </p:sp>
      <p:pic>
        <p:nvPicPr>
          <p:cNvPr id="18442" name="Picture 11"/>
          <p:cNvPicPr>
            <a:picLocks noChangeAspect="1"/>
          </p:cNvPicPr>
          <p:nvPr/>
        </p:nvPicPr>
        <p:blipFill>
          <a:blip r:embed="rId12"/>
          <a:stretch>
            <a:fillRect/>
          </a:stretch>
        </p:blipFill>
        <p:spPr>
          <a:xfrm>
            <a:off x="2195513" y="2852738"/>
            <a:ext cx="6572250" cy="89535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1029"/>
          <p:cNvSpPr>
            <a:spLocks noRot="1"/>
          </p:cNvSpPr>
          <p:nvPr/>
        </p:nvSpPr>
        <p:spPr>
          <a:xfrm>
            <a:off x="323850" y="404813"/>
            <a:ext cx="8424863" cy="5903912"/>
          </a:xfrm>
          <a:prstGeom prst="rect">
            <a:avLst/>
          </a:prstGeom>
          <a:noFill/>
          <a:ln w="9525">
            <a:noFill/>
          </a:ln>
        </p:spPr>
        <p:txBody>
          <a:bodyPr/>
          <a:lstStyle/>
          <a:p>
            <a:pPr marL="342900" indent="-342900" eaLnBrk="1" hangingPunct="1">
              <a:lnSpc>
                <a:spcPct val="130000"/>
              </a:lnSpc>
              <a:spcBef>
                <a:spcPct val="20000"/>
              </a:spcBef>
              <a:buClr>
                <a:schemeClr val="hlink"/>
              </a:buClr>
              <a:buSzPct val="75000"/>
              <a:buFont typeface="Wingdings" panose="05000000000000000000" pitchFamily="2" charset="2"/>
            </a:pPr>
            <a:r>
              <a:rPr lang="en-US" altLang="zh-CN" sz="3600" b="1" dirty="0">
                <a:solidFill>
                  <a:srgbClr val="000000"/>
                </a:solidFill>
                <a:latin typeface="微软雅黑" panose="020B0503020204020204" pitchFamily="34" charset="-122"/>
                <a:ea typeface="微软雅黑" panose="020B0503020204020204" pitchFamily="34" charset="-122"/>
              </a:rPr>
              <a:t>§5.6  </a:t>
            </a:r>
            <a:r>
              <a:rPr lang="zh-CN" altLang="en-US" sz="3600" b="1" dirty="0">
                <a:solidFill>
                  <a:srgbClr val="000000"/>
                </a:solidFill>
                <a:latin typeface="微软雅黑" panose="020B0503020204020204" pitchFamily="34" charset="-122"/>
                <a:ea typeface="微软雅黑" panose="020B0503020204020204" pitchFamily="34" charset="-122"/>
              </a:rPr>
              <a:t>功率谱</a:t>
            </a:r>
            <a:r>
              <a:rPr lang="en-US" altLang="zh-CN" sz="3600" b="1" dirty="0">
                <a:solidFill>
                  <a:srgbClr val="000000"/>
                </a:solidFill>
                <a:latin typeface="微软雅黑" panose="020B0503020204020204" pitchFamily="34" charset="-122"/>
                <a:ea typeface="微软雅黑" panose="020B0503020204020204" pitchFamily="34" charset="-122"/>
              </a:rPr>
              <a:t>(Power Spectrum)</a:t>
            </a:r>
          </a:p>
          <a:p>
            <a:pPr marL="342900" indent="-342900" eaLnBrk="1" hangingPunct="1">
              <a:lnSpc>
                <a:spcPct val="130000"/>
              </a:lnSpc>
              <a:spcBef>
                <a:spcPct val="20000"/>
              </a:spcBef>
              <a:buClr>
                <a:schemeClr val="hlink"/>
              </a:buClr>
              <a:buSzPct val="75000"/>
              <a:buFont typeface="Wingdings" panose="05000000000000000000" pitchFamily="2" charset="2"/>
            </a:pPr>
            <a:r>
              <a:rPr lang="en-US" altLang="zh-CN" sz="3200" b="1" dirty="0">
                <a:solidFill>
                  <a:srgbClr val="000000"/>
                </a:solidFill>
                <a:latin typeface="微软雅黑" panose="020B0503020204020204" pitchFamily="34" charset="-122"/>
                <a:ea typeface="微软雅黑" panose="020B0503020204020204" pitchFamily="34" charset="-122"/>
              </a:rPr>
              <a:t> 5.6.1  </a:t>
            </a:r>
            <a:r>
              <a:rPr lang="zh-CN" altLang="en-US" sz="3200" b="1" dirty="0">
                <a:solidFill>
                  <a:srgbClr val="000000"/>
                </a:solidFill>
                <a:latin typeface="微软雅黑" panose="020B0503020204020204" pitchFamily="34" charset="-122"/>
                <a:ea typeface="微软雅黑" panose="020B0503020204020204" pitchFamily="34" charset="-122"/>
              </a:rPr>
              <a:t>平稳随机过程的功率谱</a:t>
            </a:r>
          </a:p>
          <a:p>
            <a:pPr marL="342900" indent="-342900" eaLnBrk="1" hangingPunct="1">
              <a:lnSpc>
                <a:spcPct val="13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协方差序列的</a:t>
            </a:r>
            <a:r>
              <a:rPr lang="en-US" altLang="zh-CN" sz="2800" b="1" dirty="0">
                <a:solidFill>
                  <a:srgbClr val="000000"/>
                </a:solidFill>
                <a:latin typeface="微软雅黑" panose="020B0503020204020204" pitchFamily="34" charset="-122"/>
                <a:ea typeface="微软雅黑" panose="020B0503020204020204" pitchFamily="34" charset="-122"/>
              </a:rPr>
              <a:t>Z</a:t>
            </a:r>
            <a:r>
              <a:rPr lang="zh-CN" altLang="en-US" sz="2800" b="1" dirty="0">
                <a:solidFill>
                  <a:srgbClr val="000000"/>
                </a:solidFill>
                <a:latin typeface="微软雅黑" panose="020B0503020204020204" pitchFamily="34" charset="-122"/>
                <a:ea typeface="微软雅黑" panose="020B0503020204020204" pitchFamily="34" charset="-122"/>
              </a:rPr>
              <a:t>变换称为平稳随机过程的功率谱。即：</a:t>
            </a:r>
          </a:p>
          <a:p>
            <a:pPr marL="342900" indent="-342900" eaLnBrk="1" hangingPunct="1">
              <a:lnSpc>
                <a:spcPct val="13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3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对于零均值随机信号      ，则有：</a:t>
            </a:r>
          </a:p>
          <a:p>
            <a:pPr marL="342900" indent="-342900" eaLnBrk="1" hangingPunct="1">
              <a:lnSpc>
                <a:spcPct val="13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3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对于一个实平稳随机过程，       的</a:t>
            </a:r>
            <a:r>
              <a:rPr lang="en-US" altLang="zh-CN" sz="2800" b="1" dirty="0">
                <a:solidFill>
                  <a:srgbClr val="000000"/>
                </a:solidFill>
                <a:latin typeface="微软雅黑" panose="020B0503020204020204" pitchFamily="34" charset="-122"/>
                <a:ea typeface="微软雅黑" panose="020B0503020204020204" pitchFamily="34" charset="-122"/>
              </a:rPr>
              <a:t>Fourier</a:t>
            </a:r>
            <a:r>
              <a:rPr lang="zh-CN" altLang="en-US" sz="2800" b="1" dirty="0">
                <a:solidFill>
                  <a:srgbClr val="000000"/>
                </a:solidFill>
                <a:latin typeface="微软雅黑" panose="020B0503020204020204" pitchFamily="34" charset="-122"/>
                <a:ea typeface="微软雅黑" panose="020B0503020204020204" pitchFamily="34" charset="-122"/>
              </a:rPr>
              <a:t>变换总是</a:t>
            </a:r>
          </a:p>
          <a:p>
            <a:pPr marL="342900" indent="-342900" eaLnBrk="1" hangingPunct="1">
              <a:lnSpc>
                <a:spcPct val="13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存在的，即：</a:t>
            </a:r>
          </a:p>
        </p:txBody>
      </p:sp>
      <p:graphicFrame>
        <p:nvGraphicFramePr>
          <p:cNvPr id="19458" name="Object 1030"/>
          <p:cNvGraphicFramePr>
            <a:graphicFrameLocks noChangeAspect="1"/>
          </p:cNvGraphicFramePr>
          <p:nvPr/>
        </p:nvGraphicFramePr>
        <p:xfrm>
          <a:off x="2339975" y="2452688"/>
          <a:ext cx="2736850" cy="831850"/>
        </p:xfrm>
        <a:graphic>
          <a:graphicData uri="http://schemas.openxmlformats.org/presentationml/2006/ole">
            <mc:AlternateContent xmlns:mc="http://schemas.openxmlformats.org/markup-compatibility/2006">
              <mc:Choice xmlns:v="urn:schemas-microsoft-com:vml" Requires="v">
                <p:oleObj r:id="rId2" imgW="1409065" imgH="431800" progId="Equation.DSMT4">
                  <p:embed/>
                </p:oleObj>
              </mc:Choice>
              <mc:Fallback>
                <p:oleObj r:id="rId2" imgW="1409065" imgH="431800" progId="Equation.DSMT4">
                  <p:embed/>
                  <p:pic>
                    <p:nvPicPr>
                      <p:cNvPr id="0" name="图片 3195"/>
                      <p:cNvPicPr/>
                      <p:nvPr/>
                    </p:nvPicPr>
                    <p:blipFill>
                      <a:blip r:embed="rId3"/>
                      <a:stretch>
                        <a:fillRect/>
                      </a:stretch>
                    </p:blipFill>
                    <p:spPr>
                      <a:xfrm>
                        <a:off x="2339975" y="2452688"/>
                        <a:ext cx="2736850" cy="831850"/>
                      </a:xfrm>
                      <a:prstGeom prst="rect">
                        <a:avLst/>
                      </a:prstGeom>
                      <a:noFill/>
                      <a:ln w="38100">
                        <a:noFill/>
                        <a:miter/>
                      </a:ln>
                    </p:spPr>
                  </p:pic>
                </p:oleObj>
              </mc:Fallback>
            </mc:AlternateContent>
          </a:graphicData>
        </a:graphic>
      </p:graphicFrame>
      <p:graphicFrame>
        <p:nvGraphicFramePr>
          <p:cNvPr id="19459" name="Object 1031"/>
          <p:cNvGraphicFramePr>
            <a:graphicFrameLocks noChangeAspect="1"/>
          </p:cNvGraphicFramePr>
          <p:nvPr/>
        </p:nvGraphicFramePr>
        <p:xfrm>
          <a:off x="3779838" y="3357563"/>
          <a:ext cx="527050" cy="414337"/>
        </p:xfrm>
        <a:graphic>
          <a:graphicData uri="http://schemas.openxmlformats.org/presentationml/2006/ole">
            <mc:AlternateContent xmlns:mc="http://schemas.openxmlformats.org/markup-compatibility/2006">
              <mc:Choice xmlns:v="urn:schemas-microsoft-com:vml" Requires="v">
                <p:oleObj r:id="rId4" imgW="292100" imgH="228600" progId="Equation.DSMT4">
                  <p:embed/>
                </p:oleObj>
              </mc:Choice>
              <mc:Fallback>
                <p:oleObj r:id="rId4" imgW="292100" imgH="228600" progId="Equation.DSMT4">
                  <p:embed/>
                  <p:pic>
                    <p:nvPicPr>
                      <p:cNvPr id="0" name="图片 3194"/>
                      <p:cNvPicPr/>
                      <p:nvPr/>
                    </p:nvPicPr>
                    <p:blipFill>
                      <a:blip r:embed="rId5"/>
                      <a:stretch>
                        <a:fillRect/>
                      </a:stretch>
                    </p:blipFill>
                    <p:spPr>
                      <a:xfrm>
                        <a:off x="3779838" y="3357563"/>
                        <a:ext cx="527050" cy="414337"/>
                      </a:xfrm>
                      <a:prstGeom prst="rect">
                        <a:avLst/>
                      </a:prstGeom>
                      <a:noFill/>
                      <a:ln w="38100">
                        <a:noFill/>
                        <a:miter/>
                      </a:ln>
                    </p:spPr>
                  </p:pic>
                </p:oleObj>
              </mc:Fallback>
            </mc:AlternateContent>
          </a:graphicData>
        </a:graphic>
      </p:graphicFrame>
      <p:graphicFrame>
        <p:nvGraphicFramePr>
          <p:cNvPr id="19460" name="Object 1032"/>
          <p:cNvGraphicFramePr>
            <a:graphicFrameLocks noChangeAspect="1"/>
          </p:cNvGraphicFramePr>
          <p:nvPr/>
        </p:nvGraphicFramePr>
        <p:xfrm>
          <a:off x="2281238" y="3789363"/>
          <a:ext cx="2782887" cy="827087"/>
        </p:xfrm>
        <a:graphic>
          <a:graphicData uri="http://schemas.openxmlformats.org/presentationml/2006/ole">
            <mc:AlternateContent xmlns:mc="http://schemas.openxmlformats.org/markup-compatibility/2006">
              <mc:Choice xmlns:v="urn:schemas-microsoft-com:vml" Requires="v">
                <p:oleObj r:id="rId6" imgW="1447800" imgH="431800" progId="Equation.DSMT4">
                  <p:embed/>
                </p:oleObj>
              </mc:Choice>
              <mc:Fallback>
                <p:oleObj r:id="rId6" imgW="1447800" imgH="431800" progId="Equation.DSMT4">
                  <p:embed/>
                  <p:pic>
                    <p:nvPicPr>
                      <p:cNvPr id="0" name="图片 3193"/>
                      <p:cNvPicPr/>
                      <p:nvPr/>
                    </p:nvPicPr>
                    <p:blipFill>
                      <a:blip r:embed="rId7"/>
                      <a:stretch>
                        <a:fillRect/>
                      </a:stretch>
                    </p:blipFill>
                    <p:spPr>
                      <a:xfrm>
                        <a:off x="2281238" y="3789363"/>
                        <a:ext cx="2782887" cy="827087"/>
                      </a:xfrm>
                      <a:prstGeom prst="rect">
                        <a:avLst/>
                      </a:prstGeom>
                      <a:noFill/>
                      <a:ln w="38100">
                        <a:noFill/>
                        <a:miter/>
                      </a:ln>
                    </p:spPr>
                  </p:pic>
                </p:oleObj>
              </mc:Fallback>
            </mc:AlternateContent>
          </a:graphicData>
        </a:graphic>
      </p:graphicFrame>
      <p:graphicFrame>
        <p:nvGraphicFramePr>
          <p:cNvPr id="19461" name="Object 1033"/>
          <p:cNvGraphicFramePr>
            <a:graphicFrameLocks noChangeAspect="1"/>
          </p:cNvGraphicFramePr>
          <p:nvPr/>
        </p:nvGraphicFramePr>
        <p:xfrm>
          <a:off x="4643438" y="4652963"/>
          <a:ext cx="817562" cy="411162"/>
        </p:xfrm>
        <a:graphic>
          <a:graphicData uri="http://schemas.openxmlformats.org/presentationml/2006/ole">
            <mc:AlternateContent xmlns:mc="http://schemas.openxmlformats.org/markup-compatibility/2006">
              <mc:Choice xmlns:v="urn:schemas-microsoft-com:vml" Requires="v">
                <p:oleObj r:id="rId8" imgW="457200" imgH="228600" progId="Equation.DSMT4">
                  <p:embed/>
                </p:oleObj>
              </mc:Choice>
              <mc:Fallback>
                <p:oleObj r:id="rId8" imgW="457200" imgH="228600" progId="Equation.DSMT4">
                  <p:embed/>
                  <p:pic>
                    <p:nvPicPr>
                      <p:cNvPr id="0" name="图片 3192"/>
                      <p:cNvPicPr/>
                      <p:nvPr/>
                    </p:nvPicPr>
                    <p:blipFill>
                      <a:blip r:embed="rId9"/>
                      <a:stretch>
                        <a:fillRect/>
                      </a:stretch>
                    </p:blipFill>
                    <p:spPr>
                      <a:xfrm>
                        <a:off x="4643438" y="4652963"/>
                        <a:ext cx="817562" cy="411162"/>
                      </a:xfrm>
                      <a:prstGeom prst="rect">
                        <a:avLst/>
                      </a:prstGeom>
                      <a:noFill/>
                      <a:ln w="38100">
                        <a:noFill/>
                        <a:miter/>
                      </a:ln>
                    </p:spPr>
                  </p:pic>
                </p:oleObj>
              </mc:Fallback>
            </mc:AlternateContent>
          </a:graphicData>
        </a:graphic>
      </p:graphicFrame>
      <p:graphicFrame>
        <p:nvGraphicFramePr>
          <p:cNvPr id="19462" name="Object 1034"/>
          <p:cNvGraphicFramePr>
            <a:graphicFrameLocks noChangeAspect="1"/>
          </p:cNvGraphicFramePr>
          <p:nvPr/>
        </p:nvGraphicFramePr>
        <p:xfrm>
          <a:off x="2220913" y="5589588"/>
          <a:ext cx="3046412" cy="811212"/>
        </p:xfrm>
        <a:graphic>
          <a:graphicData uri="http://schemas.openxmlformats.org/presentationml/2006/ole">
            <mc:AlternateContent xmlns:mc="http://schemas.openxmlformats.org/markup-compatibility/2006">
              <mc:Choice xmlns:v="urn:schemas-microsoft-com:vml" Requires="v">
                <p:oleObj r:id="rId10" imgW="1612900" imgH="431800" progId="Equation.DSMT4">
                  <p:embed/>
                </p:oleObj>
              </mc:Choice>
              <mc:Fallback>
                <p:oleObj r:id="rId10" imgW="1612900" imgH="431800" progId="Equation.DSMT4">
                  <p:embed/>
                  <p:pic>
                    <p:nvPicPr>
                      <p:cNvPr id="0" name="图片 3198"/>
                      <p:cNvPicPr/>
                      <p:nvPr/>
                    </p:nvPicPr>
                    <p:blipFill>
                      <a:blip r:embed="rId11"/>
                      <a:stretch>
                        <a:fillRect/>
                      </a:stretch>
                    </p:blipFill>
                    <p:spPr>
                      <a:xfrm>
                        <a:off x="2220913" y="5589588"/>
                        <a:ext cx="3046412" cy="811212"/>
                      </a:xfrm>
                      <a:prstGeom prst="rect">
                        <a:avLst/>
                      </a:prstGeom>
                      <a:noFill/>
                      <a:ln w="38100">
                        <a:noFill/>
                        <a:miter/>
                      </a:ln>
                    </p:spPr>
                  </p:pic>
                </p:oleObj>
              </mc:Fallback>
            </mc:AlternateContent>
          </a:graphicData>
        </a:graphic>
      </p:graphicFrame>
      <p:sp>
        <p:nvSpPr>
          <p:cNvPr id="19464"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24</a:t>
            </a:fld>
            <a:endParaRPr lang="zh-CN" alt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 name="Rectangle 1074"/>
          <p:cNvSpPr>
            <a:spLocks noGrp="1" noRot="1"/>
          </p:cNvSpPr>
          <p:nvPr>
            <p:ph idx="1"/>
          </p:nvPr>
        </p:nvSpPr>
        <p:spPr>
          <a:xfrm>
            <a:off x="107950" y="404813"/>
            <a:ext cx="8856663" cy="6048375"/>
          </a:xfrm>
        </p:spPr>
        <p:txBody>
          <a:bodyPr vert="horz" wrap="square" lIns="91440" tIns="45720" rIns="91440" bIns="45720" anchor="t" anchorCtr="0"/>
          <a:lstStyle/>
          <a:p>
            <a:pPr marL="609600" indent="-609600" eaLnBrk="1" hangingPunct="1">
              <a:lnSpc>
                <a:spcPct val="115000"/>
              </a:lnSpc>
              <a:buNone/>
            </a:pPr>
            <a:r>
              <a:rPr lang="zh-CN" altLang="en-US" sz="2800" b="1" dirty="0">
                <a:solidFill>
                  <a:srgbClr val="000000"/>
                </a:solidFill>
                <a:latin typeface="微软雅黑" panose="020B0503020204020204" pitchFamily="34" charset="-122"/>
                <a:ea typeface="微软雅黑" panose="020B0503020204020204" pitchFamily="34" charset="-122"/>
              </a:rPr>
              <a:t>上式的逆变换为：</a:t>
            </a:r>
          </a:p>
          <a:p>
            <a:pPr marL="609600" indent="-609600" eaLnBrk="1" hangingPunct="1">
              <a:lnSpc>
                <a:spcPct val="115000"/>
              </a:lnSpc>
              <a:buNone/>
            </a:pPr>
            <a:r>
              <a:rPr lang="zh-CN" altLang="en-US" sz="2800" b="1" dirty="0">
                <a:solidFill>
                  <a:srgbClr val="000000"/>
                </a:solidFill>
                <a:latin typeface="微软雅黑" panose="020B0503020204020204" pitchFamily="34" charset="-122"/>
                <a:ea typeface="微软雅黑" panose="020B0503020204020204" pitchFamily="34" charset="-122"/>
              </a:rPr>
              <a:t>                                          和  </a:t>
            </a:r>
          </a:p>
          <a:p>
            <a:pPr marL="609600" indent="-609600" eaLnBrk="1" hangingPunct="1">
              <a:lnSpc>
                <a:spcPct val="115000"/>
              </a:lnSpc>
              <a:buNone/>
            </a:pPr>
            <a:r>
              <a:rPr lang="zh-CN" altLang="en-US" sz="2800" b="1" dirty="0">
                <a:solidFill>
                  <a:srgbClr val="000000"/>
                </a:solidFill>
                <a:latin typeface="微软雅黑" panose="020B0503020204020204" pitchFamily="34" charset="-122"/>
                <a:ea typeface="微软雅黑" panose="020B0503020204020204" pitchFamily="34" charset="-122"/>
              </a:rPr>
              <a:t>由上式可得到：    </a:t>
            </a:r>
          </a:p>
          <a:p>
            <a:pPr marL="609600" indent="-609600" eaLnBrk="1" hangingPunct="1">
              <a:lnSpc>
                <a:spcPct val="115000"/>
              </a:lnSpc>
              <a:buNone/>
            </a:pPr>
            <a:r>
              <a:rPr lang="zh-CN" altLang="en-US" sz="2800" b="1" dirty="0">
                <a:solidFill>
                  <a:srgbClr val="000000"/>
                </a:solidFill>
                <a:latin typeface="微软雅黑" panose="020B0503020204020204" pitchFamily="34" charset="-122"/>
                <a:ea typeface="微软雅黑" panose="020B0503020204020204" pitchFamily="34" charset="-122"/>
              </a:rPr>
              <a:t>即：             </a:t>
            </a:r>
          </a:p>
          <a:p>
            <a:pPr marL="609600" indent="-609600" eaLnBrk="1" hangingPunct="1">
              <a:lnSpc>
                <a:spcPct val="115000"/>
              </a:lnSpc>
              <a:buNone/>
            </a:pPr>
            <a:r>
              <a:rPr lang="zh-CN" altLang="en-US" sz="2800" b="1" dirty="0">
                <a:solidFill>
                  <a:srgbClr val="000000"/>
                </a:solidFill>
                <a:latin typeface="微软雅黑" panose="020B0503020204020204" pitchFamily="34" charset="-122"/>
                <a:ea typeface="微软雅黑" panose="020B0503020204020204" pitchFamily="34" charset="-122"/>
              </a:rPr>
              <a:t>功率谱在一个周期内的平均值就是随机过程的平均功率。</a:t>
            </a:r>
          </a:p>
          <a:p>
            <a:pPr marL="609600" indent="-609600" eaLnBrk="1" hangingPunct="1">
              <a:lnSpc>
                <a:spcPct val="115000"/>
              </a:lnSpc>
              <a:buNone/>
            </a:pPr>
            <a:endParaRPr lang="en-US" altLang="zh-CN" b="1" dirty="0">
              <a:solidFill>
                <a:srgbClr val="000000"/>
              </a:solidFill>
              <a:latin typeface="微软雅黑" panose="020B0503020204020204" pitchFamily="34" charset="-122"/>
              <a:ea typeface="微软雅黑" panose="020B0503020204020204" pitchFamily="34" charset="-122"/>
            </a:endParaRPr>
          </a:p>
          <a:p>
            <a:pPr marL="609600" indent="-609600" eaLnBrk="1" hangingPunct="1">
              <a:lnSpc>
                <a:spcPct val="115000"/>
              </a:lnSpc>
              <a:buNone/>
            </a:pPr>
            <a:r>
              <a:rPr lang="en-US" altLang="zh-CN" b="1" dirty="0">
                <a:solidFill>
                  <a:srgbClr val="000000"/>
                </a:solidFill>
                <a:latin typeface="微软雅黑" panose="020B0503020204020204" pitchFamily="34" charset="-122"/>
                <a:ea typeface="微软雅黑" panose="020B0503020204020204" pitchFamily="34" charset="-122"/>
              </a:rPr>
              <a:t>5.6.2  </a:t>
            </a:r>
            <a:r>
              <a:rPr lang="zh-CN" altLang="en-US" b="1" dirty="0">
                <a:solidFill>
                  <a:srgbClr val="000000"/>
                </a:solidFill>
                <a:latin typeface="微软雅黑" panose="020B0503020204020204" pitchFamily="34" charset="-122"/>
                <a:ea typeface="微软雅黑" panose="020B0503020204020204" pitchFamily="34" charset="-122"/>
              </a:rPr>
              <a:t>功率谱的性质</a:t>
            </a:r>
          </a:p>
          <a:p>
            <a:pPr marL="609600" indent="-609600" eaLnBrk="1" hangingPunct="1">
              <a:lnSpc>
                <a:spcPct val="115000"/>
              </a:lnSpc>
              <a:buClr>
                <a:srgbClr val="0000FF"/>
              </a:buClr>
              <a:buNone/>
            </a:pPr>
            <a:r>
              <a:rPr lang="en-US" altLang="zh-CN" sz="2800" b="1" dirty="0">
                <a:solidFill>
                  <a:srgbClr val="000000"/>
                </a:solidFill>
                <a:latin typeface="微软雅黑" panose="020B0503020204020204" pitchFamily="34" charset="-122"/>
                <a:ea typeface="微软雅黑" panose="020B0503020204020204" pitchFamily="34" charset="-122"/>
              </a:rPr>
              <a:t>1.</a:t>
            </a:r>
            <a:r>
              <a:rPr lang="zh-CN" altLang="en-US" sz="2800" b="1" dirty="0">
                <a:solidFill>
                  <a:srgbClr val="000000"/>
                </a:solidFill>
                <a:latin typeface="微软雅黑" panose="020B0503020204020204" pitchFamily="34" charset="-122"/>
                <a:ea typeface="微软雅黑" panose="020B0503020204020204" pitchFamily="34" charset="-122"/>
              </a:rPr>
              <a:t>实平稳随机过程的功率谱是</a:t>
            </a:r>
            <a:r>
              <a:rPr lang="zh-CN" altLang="en-US" sz="2800" b="1" dirty="0">
                <a:solidFill>
                  <a:srgbClr val="FF0000"/>
                </a:solidFill>
                <a:latin typeface="微软雅黑" panose="020B0503020204020204" pitchFamily="34" charset="-122"/>
                <a:ea typeface="微软雅黑" panose="020B0503020204020204" pitchFamily="34" charset="-122"/>
              </a:rPr>
              <a:t>非负的</a:t>
            </a:r>
            <a:r>
              <a:rPr lang="zh-CN" altLang="en-US" sz="2800" b="1" dirty="0">
                <a:solidFill>
                  <a:srgbClr val="000000"/>
                </a:solidFill>
                <a:latin typeface="微软雅黑" panose="020B0503020204020204" pitchFamily="34" charset="-122"/>
                <a:ea typeface="微软雅黑" panose="020B0503020204020204" pitchFamily="34" charset="-122"/>
              </a:rPr>
              <a:t>，即：                </a:t>
            </a:r>
          </a:p>
          <a:p>
            <a:pPr marL="609600" indent="-609600" eaLnBrk="1" hangingPunct="1">
              <a:lnSpc>
                <a:spcPct val="115000"/>
              </a:lnSpc>
              <a:buClr>
                <a:srgbClr val="0000FF"/>
              </a:buClr>
              <a:buNone/>
            </a:pPr>
            <a:r>
              <a:rPr lang="en-US" altLang="zh-CN" sz="2800" b="1" dirty="0">
                <a:solidFill>
                  <a:srgbClr val="000000"/>
                </a:solidFill>
                <a:latin typeface="微软雅黑" panose="020B0503020204020204" pitchFamily="34" charset="-122"/>
                <a:ea typeface="微软雅黑" panose="020B0503020204020204" pitchFamily="34" charset="-122"/>
              </a:rPr>
              <a:t>2.</a:t>
            </a:r>
            <a:r>
              <a:rPr lang="zh-CN" altLang="en-US" sz="2800" b="1" dirty="0">
                <a:solidFill>
                  <a:srgbClr val="000000"/>
                </a:solidFill>
                <a:latin typeface="微软雅黑" panose="020B0503020204020204" pitchFamily="34" charset="-122"/>
                <a:ea typeface="微软雅黑" panose="020B0503020204020204" pitchFamily="34" charset="-122"/>
              </a:rPr>
              <a:t>实平稳随机过程的功率谱是</a:t>
            </a:r>
            <a:r>
              <a:rPr lang="zh-CN" altLang="en-US" sz="2800" b="1" dirty="0">
                <a:solidFill>
                  <a:srgbClr val="FF0000"/>
                </a:solidFill>
                <a:latin typeface="微软雅黑" panose="020B0503020204020204" pitchFamily="34" charset="-122"/>
                <a:ea typeface="微软雅黑" panose="020B0503020204020204" pitchFamily="34" charset="-122"/>
              </a:rPr>
              <a:t>实函数</a:t>
            </a:r>
            <a:r>
              <a:rPr lang="zh-CN" altLang="en-US" sz="2800" b="1" dirty="0">
                <a:solidFill>
                  <a:srgbClr val="000000"/>
                </a:solidFill>
                <a:latin typeface="微软雅黑" panose="020B0503020204020204" pitchFamily="34" charset="-122"/>
                <a:ea typeface="微软雅黑" panose="020B0503020204020204" pitchFamily="34" charset="-122"/>
              </a:rPr>
              <a:t>，即：</a:t>
            </a:r>
          </a:p>
          <a:p>
            <a:pPr marL="609600" indent="-609600" eaLnBrk="1" hangingPunct="1">
              <a:lnSpc>
                <a:spcPct val="115000"/>
              </a:lnSpc>
              <a:buNone/>
            </a:pPr>
            <a:r>
              <a:rPr lang="zh-CN" altLang="en-US" sz="2800" b="1" dirty="0">
                <a:solidFill>
                  <a:srgbClr val="000000"/>
                </a:solidFill>
                <a:latin typeface="微软雅黑" panose="020B0503020204020204" pitchFamily="34" charset="-122"/>
                <a:ea typeface="微软雅黑" panose="020B0503020204020204" pitchFamily="34" charset="-122"/>
              </a:rPr>
              <a:t>式中，*号表示复共轭。</a:t>
            </a:r>
          </a:p>
          <a:p>
            <a:pPr marL="609600" indent="-609600" eaLnBrk="1" hangingPunct="1">
              <a:lnSpc>
                <a:spcPct val="115000"/>
              </a:lnSpc>
              <a:buClr>
                <a:srgbClr val="0000FF"/>
              </a:buClr>
              <a:buFont typeface="Wingdings" panose="05000000000000000000" pitchFamily="2" charset="2"/>
              <a:buChar char="v"/>
            </a:pPr>
            <a:endParaRPr lang="zh-CN" altLang="en-US" sz="2800" b="1" dirty="0">
              <a:solidFill>
                <a:srgbClr val="0000FF"/>
              </a:solidFill>
              <a:latin typeface="Times New Roman" panose="02020603050405020304" pitchFamily="18" charset="0"/>
            </a:endParaRPr>
          </a:p>
        </p:txBody>
      </p:sp>
      <p:graphicFrame>
        <p:nvGraphicFramePr>
          <p:cNvPr id="20482" name="Object 1067"/>
          <p:cNvGraphicFramePr>
            <a:graphicFrameLocks noChangeAspect="1"/>
          </p:cNvGraphicFramePr>
          <p:nvPr/>
        </p:nvGraphicFramePr>
        <p:xfrm>
          <a:off x="601663" y="908050"/>
          <a:ext cx="3332162" cy="774700"/>
        </p:xfrm>
        <a:graphic>
          <a:graphicData uri="http://schemas.openxmlformats.org/presentationml/2006/ole">
            <mc:AlternateContent xmlns:mc="http://schemas.openxmlformats.org/markup-compatibility/2006">
              <mc:Choice xmlns:v="urn:schemas-microsoft-com:vml" Requires="v">
                <p:oleObj r:id="rId2" imgW="1803400" imgH="419100" progId="Equation.DSMT4">
                  <p:embed/>
                </p:oleObj>
              </mc:Choice>
              <mc:Fallback>
                <p:oleObj r:id="rId2" imgW="1803400" imgH="419100" progId="Equation.DSMT4">
                  <p:embed/>
                  <p:pic>
                    <p:nvPicPr>
                      <p:cNvPr id="0" name="图片 3197"/>
                      <p:cNvPicPr/>
                      <p:nvPr/>
                    </p:nvPicPr>
                    <p:blipFill>
                      <a:blip r:embed="rId3"/>
                      <a:stretch>
                        <a:fillRect/>
                      </a:stretch>
                    </p:blipFill>
                    <p:spPr>
                      <a:xfrm>
                        <a:off x="601663" y="908050"/>
                        <a:ext cx="3332162" cy="774700"/>
                      </a:xfrm>
                      <a:prstGeom prst="rect">
                        <a:avLst/>
                      </a:prstGeom>
                      <a:noFill/>
                      <a:ln w="38100">
                        <a:noFill/>
                        <a:miter/>
                      </a:ln>
                    </p:spPr>
                  </p:pic>
                </p:oleObj>
              </mc:Fallback>
            </mc:AlternateContent>
          </a:graphicData>
        </a:graphic>
      </p:graphicFrame>
      <p:graphicFrame>
        <p:nvGraphicFramePr>
          <p:cNvPr id="20483" name="Object 1066"/>
          <p:cNvGraphicFramePr>
            <a:graphicFrameLocks noChangeAspect="1"/>
          </p:cNvGraphicFramePr>
          <p:nvPr/>
        </p:nvGraphicFramePr>
        <p:xfrm>
          <a:off x="5148263" y="836613"/>
          <a:ext cx="3600450" cy="722312"/>
        </p:xfrm>
        <a:graphic>
          <a:graphicData uri="http://schemas.openxmlformats.org/presentationml/2006/ole">
            <mc:AlternateContent xmlns:mc="http://schemas.openxmlformats.org/markup-compatibility/2006">
              <mc:Choice xmlns:v="urn:schemas-microsoft-com:vml" Requires="v">
                <p:oleObj r:id="rId4" imgW="1943100" imgH="393700" progId="Equation.DSMT4">
                  <p:embed/>
                </p:oleObj>
              </mc:Choice>
              <mc:Fallback>
                <p:oleObj r:id="rId4" imgW="1943100" imgH="393700" progId="Equation.DSMT4">
                  <p:embed/>
                  <p:pic>
                    <p:nvPicPr>
                      <p:cNvPr id="0" name="图片 3196"/>
                      <p:cNvPicPr/>
                      <p:nvPr/>
                    </p:nvPicPr>
                    <p:blipFill>
                      <a:blip r:embed="rId5"/>
                      <a:stretch>
                        <a:fillRect/>
                      </a:stretch>
                    </p:blipFill>
                    <p:spPr>
                      <a:xfrm>
                        <a:off x="5148263" y="836613"/>
                        <a:ext cx="3600450" cy="722312"/>
                      </a:xfrm>
                      <a:prstGeom prst="rect">
                        <a:avLst/>
                      </a:prstGeom>
                      <a:noFill/>
                      <a:ln w="38100">
                        <a:noFill/>
                        <a:miter/>
                      </a:ln>
                    </p:spPr>
                  </p:pic>
                </p:oleObj>
              </mc:Fallback>
            </mc:AlternateContent>
          </a:graphicData>
        </a:graphic>
      </p:graphicFrame>
      <p:graphicFrame>
        <p:nvGraphicFramePr>
          <p:cNvPr id="20484" name="Object 1065"/>
          <p:cNvGraphicFramePr>
            <a:graphicFrameLocks noChangeAspect="1"/>
          </p:cNvGraphicFramePr>
          <p:nvPr/>
        </p:nvGraphicFramePr>
        <p:xfrm>
          <a:off x="2662238" y="1484313"/>
          <a:ext cx="3079750" cy="722312"/>
        </p:xfrm>
        <a:graphic>
          <a:graphicData uri="http://schemas.openxmlformats.org/presentationml/2006/ole">
            <mc:AlternateContent xmlns:mc="http://schemas.openxmlformats.org/markup-compatibility/2006">
              <mc:Choice xmlns:v="urn:schemas-microsoft-com:vml" Requires="v">
                <p:oleObj r:id="rId6" imgW="1663700" imgH="393700" progId="Equation.DSMT4">
                  <p:embed/>
                </p:oleObj>
              </mc:Choice>
              <mc:Fallback>
                <p:oleObj r:id="rId6" imgW="1663700" imgH="393700" progId="Equation.DSMT4">
                  <p:embed/>
                  <p:pic>
                    <p:nvPicPr>
                      <p:cNvPr id="0" name="图片 3095"/>
                      <p:cNvPicPr/>
                      <p:nvPr/>
                    </p:nvPicPr>
                    <p:blipFill>
                      <a:blip r:embed="rId7"/>
                      <a:stretch>
                        <a:fillRect/>
                      </a:stretch>
                    </p:blipFill>
                    <p:spPr>
                      <a:xfrm>
                        <a:off x="2662238" y="1484313"/>
                        <a:ext cx="3079750" cy="722312"/>
                      </a:xfrm>
                      <a:prstGeom prst="rect">
                        <a:avLst/>
                      </a:prstGeom>
                      <a:noFill/>
                      <a:ln w="38100">
                        <a:noFill/>
                        <a:miter/>
                      </a:ln>
                    </p:spPr>
                  </p:pic>
                </p:oleObj>
              </mc:Fallback>
            </mc:AlternateContent>
          </a:graphicData>
        </a:graphic>
      </p:graphicFrame>
      <p:graphicFrame>
        <p:nvGraphicFramePr>
          <p:cNvPr id="20485" name="Object 1064"/>
          <p:cNvGraphicFramePr>
            <a:graphicFrameLocks noChangeAspect="1"/>
          </p:cNvGraphicFramePr>
          <p:nvPr/>
        </p:nvGraphicFramePr>
        <p:xfrm>
          <a:off x="862013" y="2130425"/>
          <a:ext cx="3027362" cy="722313"/>
        </p:xfrm>
        <a:graphic>
          <a:graphicData uri="http://schemas.openxmlformats.org/presentationml/2006/ole">
            <mc:AlternateContent xmlns:mc="http://schemas.openxmlformats.org/markup-compatibility/2006">
              <mc:Choice xmlns:v="urn:schemas-microsoft-com:vml" Requires="v">
                <p:oleObj r:id="rId8" imgW="1637665" imgH="393700" progId="Equation.DSMT4">
                  <p:embed/>
                </p:oleObj>
              </mc:Choice>
              <mc:Fallback>
                <p:oleObj r:id="rId8" imgW="1637665" imgH="393700" progId="Equation.DSMT4">
                  <p:embed/>
                  <p:pic>
                    <p:nvPicPr>
                      <p:cNvPr id="0" name="图片 3096"/>
                      <p:cNvPicPr/>
                      <p:nvPr/>
                    </p:nvPicPr>
                    <p:blipFill>
                      <a:blip r:embed="rId9"/>
                      <a:stretch>
                        <a:fillRect/>
                      </a:stretch>
                    </p:blipFill>
                    <p:spPr>
                      <a:xfrm>
                        <a:off x="862013" y="2130425"/>
                        <a:ext cx="3027362" cy="722313"/>
                      </a:xfrm>
                      <a:prstGeom prst="rect">
                        <a:avLst/>
                      </a:prstGeom>
                      <a:noFill/>
                      <a:ln w="38100">
                        <a:noFill/>
                        <a:miter/>
                      </a:ln>
                    </p:spPr>
                  </p:pic>
                </p:oleObj>
              </mc:Fallback>
            </mc:AlternateContent>
          </a:graphicData>
        </a:graphic>
      </p:graphicFrame>
      <p:sp>
        <p:nvSpPr>
          <p:cNvPr id="20489" name="Rectangle 1076"/>
          <p:cNvSpPr/>
          <p:nvPr/>
        </p:nvSpPr>
        <p:spPr>
          <a:xfrm>
            <a:off x="0" y="3309938"/>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0486" name="Object 1075"/>
          <p:cNvGraphicFramePr>
            <a:graphicFrameLocks noChangeAspect="1"/>
          </p:cNvGraphicFramePr>
          <p:nvPr/>
        </p:nvGraphicFramePr>
        <p:xfrm>
          <a:off x="6770688" y="4679950"/>
          <a:ext cx="1506537" cy="477838"/>
        </p:xfrm>
        <a:graphic>
          <a:graphicData uri="http://schemas.openxmlformats.org/presentationml/2006/ole">
            <mc:AlternateContent xmlns:mc="http://schemas.openxmlformats.org/markup-compatibility/2006">
              <mc:Choice xmlns:v="urn:schemas-microsoft-com:vml" Requires="v">
                <p:oleObj r:id="rId10" imgW="748665" imgH="241300" progId="Equation.DSMT4">
                  <p:embed/>
                </p:oleObj>
              </mc:Choice>
              <mc:Fallback>
                <p:oleObj r:id="rId10" imgW="748665" imgH="241300" progId="Equation.DSMT4">
                  <p:embed/>
                  <p:pic>
                    <p:nvPicPr>
                      <p:cNvPr id="0" name="图片 3102"/>
                      <p:cNvPicPr/>
                      <p:nvPr/>
                    </p:nvPicPr>
                    <p:blipFill>
                      <a:blip r:embed="rId11"/>
                      <a:stretch>
                        <a:fillRect/>
                      </a:stretch>
                    </p:blipFill>
                    <p:spPr>
                      <a:xfrm>
                        <a:off x="6770688" y="4679950"/>
                        <a:ext cx="1506537" cy="477838"/>
                      </a:xfrm>
                      <a:prstGeom prst="rect">
                        <a:avLst/>
                      </a:prstGeom>
                      <a:noFill/>
                      <a:ln w="38100">
                        <a:noFill/>
                        <a:miter/>
                      </a:ln>
                    </p:spPr>
                  </p:pic>
                </p:oleObj>
              </mc:Fallback>
            </mc:AlternateContent>
          </a:graphicData>
        </a:graphic>
      </p:graphicFrame>
      <p:sp>
        <p:nvSpPr>
          <p:cNvPr id="20490" name="Rectangle 1078"/>
          <p:cNvSpPr/>
          <p:nvPr/>
        </p:nvSpPr>
        <p:spPr>
          <a:xfrm>
            <a:off x="0" y="3300413"/>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0487" name="Object 1077"/>
          <p:cNvGraphicFramePr>
            <a:graphicFrameLocks noChangeAspect="1"/>
          </p:cNvGraphicFramePr>
          <p:nvPr/>
        </p:nvGraphicFramePr>
        <p:xfrm>
          <a:off x="6719888" y="5240338"/>
          <a:ext cx="2290762" cy="465137"/>
        </p:xfrm>
        <a:graphic>
          <a:graphicData uri="http://schemas.openxmlformats.org/presentationml/2006/ole">
            <mc:AlternateContent xmlns:mc="http://schemas.openxmlformats.org/markup-compatibility/2006">
              <mc:Choice xmlns:v="urn:schemas-microsoft-com:vml" Requires="v">
                <p:oleObj r:id="rId12" imgW="1206500" imgH="241300" progId="Equation.DSMT4">
                  <p:embed/>
                </p:oleObj>
              </mc:Choice>
              <mc:Fallback>
                <p:oleObj r:id="rId12" imgW="1206500" imgH="241300" progId="Equation.DSMT4">
                  <p:embed/>
                  <p:pic>
                    <p:nvPicPr>
                      <p:cNvPr id="0" name="图片 3103"/>
                      <p:cNvPicPr/>
                      <p:nvPr/>
                    </p:nvPicPr>
                    <p:blipFill>
                      <a:blip r:embed="rId13"/>
                      <a:stretch>
                        <a:fillRect/>
                      </a:stretch>
                    </p:blipFill>
                    <p:spPr>
                      <a:xfrm>
                        <a:off x="6719888" y="5240338"/>
                        <a:ext cx="2290762" cy="465137"/>
                      </a:xfrm>
                      <a:prstGeom prst="rect">
                        <a:avLst/>
                      </a:prstGeom>
                      <a:noFill/>
                      <a:ln w="38100">
                        <a:noFill/>
                        <a:miter/>
                      </a:ln>
                    </p:spPr>
                  </p:pic>
                </p:oleObj>
              </mc:Fallback>
            </mc:AlternateContent>
          </a:graphicData>
        </a:graphic>
      </p:graphicFrame>
      <p:sp>
        <p:nvSpPr>
          <p:cNvPr id="20491"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25</a:t>
            </a:fld>
            <a:endParaRPr lang="zh-CN" alt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4" name="Rectangle 2060"/>
          <p:cNvSpPr>
            <a:spLocks noRot="1"/>
          </p:cNvSpPr>
          <p:nvPr/>
        </p:nvSpPr>
        <p:spPr>
          <a:xfrm>
            <a:off x="431800" y="404813"/>
            <a:ext cx="8101013" cy="5903912"/>
          </a:xfrm>
          <a:prstGeom prst="rect">
            <a:avLst/>
          </a:prstGeom>
          <a:noFill/>
          <a:ln w="9525">
            <a:noFill/>
          </a:ln>
        </p:spPr>
        <p:txBody>
          <a:bodyPr/>
          <a:lstStyle/>
          <a:p>
            <a:pPr marL="342900" indent="-342900" eaLnBrk="1" hangingPunct="1">
              <a:lnSpc>
                <a:spcPct val="125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证明：</a:t>
            </a:r>
          </a:p>
          <a:p>
            <a:pPr marL="342900" indent="-342900" eaLnBrk="1" hangingPunct="1">
              <a:lnSpc>
                <a:spcPct val="12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2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2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25000"/>
              </a:lnSpc>
              <a:spcBef>
                <a:spcPct val="20000"/>
              </a:spcBef>
              <a:buClr>
                <a:schemeClr val="hlink"/>
              </a:buClr>
              <a:buSzPct val="75000"/>
              <a:buFont typeface="Wingdings" panose="05000000000000000000" pitchFamily="2" charset="2"/>
            </a:pPr>
            <a:r>
              <a:rPr lang="en-US" altLang="zh-CN" sz="2800" b="1" dirty="0">
                <a:solidFill>
                  <a:srgbClr val="000000"/>
                </a:solidFill>
                <a:latin typeface="微软雅黑" panose="020B0503020204020204" pitchFamily="34" charset="-122"/>
                <a:ea typeface="微软雅黑" panose="020B0503020204020204" pitchFamily="34" charset="-122"/>
              </a:rPr>
              <a:t>3. </a:t>
            </a:r>
            <a:r>
              <a:rPr lang="zh-CN" altLang="en-US" sz="2800" b="1" dirty="0">
                <a:solidFill>
                  <a:srgbClr val="000000"/>
                </a:solidFill>
                <a:latin typeface="微软雅黑" panose="020B0503020204020204" pitchFamily="34" charset="-122"/>
                <a:ea typeface="微软雅黑" panose="020B0503020204020204" pitchFamily="34" charset="-122"/>
              </a:rPr>
              <a:t>实平稳随机过程的功率谱是   的</a:t>
            </a:r>
            <a:r>
              <a:rPr lang="zh-CN" altLang="en-US" sz="2800" b="1" dirty="0">
                <a:solidFill>
                  <a:srgbClr val="FF0000"/>
                </a:solidFill>
                <a:latin typeface="微软雅黑" panose="020B0503020204020204" pitchFamily="34" charset="-122"/>
                <a:ea typeface="微软雅黑" panose="020B0503020204020204" pitchFamily="34" charset="-122"/>
              </a:rPr>
              <a:t>偶函数</a:t>
            </a:r>
            <a:r>
              <a:rPr lang="zh-CN" altLang="en-US" sz="2800" b="1" dirty="0">
                <a:solidFill>
                  <a:srgbClr val="000000"/>
                </a:solidFill>
                <a:latin typeface="微软雅黑" panose="020B0503020204020204" pitchFamily="34" charset="-122"/>
                <a:ea typeface="微软雅黑" panose="020B0503020204020204" pitchFamily="34" charset="-122"/>
              </a:rPr>
              <a:t>，</a:t>
            </a:r>
          </a:p>
          <a:p>
            <a:pPr marL="342900" indent="-342900" eaLnBrk="1" hangingPunct="1">
              <a:lnSpc>
                <a:spcPct val="125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即：</a:t>
            </a:r>
          </a:p>
          <a:p>
            <a:pPr marL="342900" indent="-342900" eaLnBrk="1" hangingPunct="1">
              <a:lnSpc>
                <a:spcPct val="125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证明：</a:t>
            </a:r>
          </a:p>
        </p:txBody>
      </p:sp>
      <p:graphicFrame>
        <p:nvGraphicFramePr>
          <p:cNvPr id="21506" name="Object 2063"/>
          <p:cNvGraphicFramePr>
            <a:graphicFrameLocks noChangeAspect="1"/>
          </p:cNvGraphicFramePr>
          <p:nvPr/>
        </p:nvGraphicFramePr>
        <p:xfrm>
          <a:off x="1546225" y="315913"/>
          <a:ext cx="5815013" cy="1016000"/>
        </p:xfrm>
        <a:graphic>
          <a:graphicData uri="http://schemas.openxmlformats.org/presentationml/2006/ole">
            <mc:AlternateContent xmlns:mc="http://schemas.openxmlformats.org/markup-compatibility/2006">
              <mc:Choice xmlns:v="urn:schemas-microsoft-com:vml" Requires="v">
                <p:oleObj r:id="rId2" imgW="2781300" imgH="482600" progId="Equation.DSMT4">
                  <p:embed/>
                </p:oleObj>
              </mc:Choice>
              <mc:Fallback>
                <p:oleObj r:id="rId2" imgW="2781300" imgH="482600" progId="Equation.DSMT4">
                  <p:embed/>
                  <p:pic>
                    <p:nvPicPr>
                      <p:cNvPr id="0" name="图片 3097"/>
                      <p:cNvPicPr/>
                      <p:nvPr/>
                    </p:nvPicPr>
                    <p:blipFill>
                      <a:blip r:embed="rId3"/>
                      <a:stretch>
                        <a:fillRect/>
                      </a:stretch>
                    </p:blipFill>
                    <p:spPr>
                      <a:xfrm>
                        <a:off x="1546225" y="315913"/>
                        <a:ext cx="5815013" cy="1016000"/>
                      </a:xfrm>
                      <a:prstGeom prst="rect">
                        <a:avLst/>
                      </a:prstGeom>
                      <a:noFill/>
                      <a:ln w="38100">
                        <a:noFill/>
                        <a:miter/>
                      </a:ln>
                    </p:spPr>
                  </p:pic>
                </p:oleObj>
              </mc:Fallback>
            </mc:AlternateContent>
          </a:graphicData>
        </a:graphic>
      </p:graphicFrame>
      <p:graphicFrame>
        <p:nvGraphicFramePr>
          <p:cNvPr id="21507" name="Object 2062"/>
          <p:cNvGraphicFramePr>
            <a:graphicFrameLocks noChangeAspect="1"/>
          </p:cNvGraphicFramePr>
          <p:nvPr>
            <p:extLst>
              <p:ext uri="{D42A27DB-BD31-4B8C-83A1-F6EECF244321}">
                <p14:modId xmlns:p14="http://schemas.microsoft.com/office/powerpoint/2010/main" val="153693858"/>
              </p:ext>
            </p:extLst>
          </p:nvPr>
        </p:nvGraphicFramePr>
        <p:xfrm>
          <a:off x="2554923" y="1241268"/>
          <a:ext cx="4537075" cy="893762"/>
        </p:xfrm>
        <a:graphic>
          <a:graphicData uri="http://schemas.openxmlformats.org/presentationml/2006/ole">
            <mc:AlternateContent xmlns:mc="http://schemas.openxmlformats.org/markup-compatibility/2006">
              <mc:Choice xmlns:v="urn:schemas-microsoft-com:vml" Requires="v">
                <p:oleObj r:id="rId4" imgW="2171700" imgH="431800" progId="Equation.DSMT4">
                  <p:embed/>
                </p:oleObj>
              </mc:Choice>
              <mc:Fallback>
                <p:oleObj r:id="rId4" imgW="2171700" imgH="431800" progId="Equation.DSMT4">
                  <p:embed/>
                  <p:pic>
                    <p:nvPicPr>
                      <p:cNvPr id="0" name="图片 3104"/>
                      <p:cNvPicPr/>
                      <p:nvPr/>
                    </p:nvPicPr>
                    <p:blipFill>
                      <a:blip r:embed="rId5"/>
                      <a:stretch>
                        <a:fillRect/>
                      </a:stretch>
                    </p:blipFill>
                    <p:spPr>
                      <a:xfrm>
                        <a:off x="2554923" y="1241268"/>
                        <a:ext cx="4537075" cy="893762"/>
                      </a:xfrm>
                      <a:prstGeom prst="rect">
                        <a:avLst/>
                      </a:prstGeom>
                      <a:noFill/>
                      <a:ln w="38100">
                        <a:noFill/>
                        <a:miter/>
                      </a:ln>
                    </p:spPr>
                  </p:pic>
                </p:oleObj>
              </mc:Fallback>
            </mc:AlternateContent>
          </a:graphicData>
        </a:graphic>
      </p:graphicFrame>
      <p:sp>
        <p:nvSpPr>
          <p:cNvPr id="21515" name="Rectangle 2064"/>
          <p:cNvSpPr/>
          <p:nvPr/>
        </p:nvSpPr>
        <p:spPr>
          <a:xfrm>
            <a:off x="358775" y="2757488"/>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1516" name="Rectangle 2065"/>
          <p:cNvSpPr/>
          <p:nvPr/>
        </p:nvSpPr>
        <p:spPr>
          <a:xfrm>
            <a:off x="358775" y="3243263"/>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1517" name="Rectangle 2066"/>
          <p:cNvSpPr/>
          <p:nvPr/>
        </p:nvSpPr>
        <p:spPr>
          <a:xfrm>
            <a:off x="358775" y="3671888"/>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1509" name="Object 2067"/>
          <p:cNvGraphicFramePr>
            <a:graphicFrameLocks noChangeAspect="1"/>
          </p:cNvGraphicFramePr>
          <p:nvPr/>
        </p:nvGraphicFramePr>
        <p:xfrm>
          <a:off x="1466850" y="3644900"/>
          <a:ext cx="2532063" cy="493713"/>
        </p:xfrm>
        <a:graphic>
          <a:graphicData uri="http://schemas.openxmlformats.org/presentationml/2006/ole">
            <mc:AlternateContent xmlns:mc="http://schemas.openxmlformats.org/markup-compatibility/2006">
              <mc:Choice xmlns:v="urn:schemas-microsoft-com:vml" Requires="v">
                <p:oleObj r:id="rId6" imgW="1218565" imgH="241300" progId="Equation.DSMT4">
                  <p:embed/>
                </p:oleObj>
              </mc:Choice>
              <mc:Fallback>
                <p:oleObj r:id="rId6" imgW="1218565" imgH="241300" progId="Equation.DSMT4">
                  <p:embed/>
                  <p:pic>
                    <p:nvPicPr>
                      <p:cNvPr id="0" name="图片 3105"/>
                      <p:cNvPicPr/>
                      <p:nvPr/>
                    </p:nvPicPr>
                    <p:blipFill>
                      <a:blip r:embed="rId7"/>
                      <a:stretch>
                        <a:fillRect/>
                      </a:stretch>
                    </p:blipFill>
                    <p:spPr>
                      <a:xfrm>
                        <a:off x="1466850" y="3644900"/>
                        <a:ext cx="2532063" cy="493713"/>
                      </a:xfrm>
                      <a:prstGeom prst="rect">
                        <a:avLst/>
                      </a:prstGeom>
                      <a:noFill/>
                      <a:ln w="38100">
                        <a:noFill/>
                        <a:miter/>
                      </a:ln>
                    </p:spPr>
                  </p:pic>
                </p:oleObj>
              </mc:Fallback>
            </mc:AlternateContent>
          </a:graphicData>
        </a:graphic>
      </p:graphicFrame>
      <p:graphicFrame>
        <p:nvGraphicFramePr>
          <p:cNvPr id="21510" name="Object 2069"/>
          <p:cNvGraphicFramePr>
            <a:graphicFrameLocks noChangeAspect="1"/>
          </p:cNvGraphicFramePr>
          <p:nvPr/>
        </p:nvGraphicFramePr>
        <p:xfrm>
          <a:off x="5220018" y="3097848"/>
          <a:ext cx="315912" cy="296862"/>
        </p:xfrm>
        <a:graphic>
          <a:graphicData uri="http://schemas.openxmlformats.org/presentationml/2006/ole">
            <mc:AlternateContent xmlns:mc="http://schemas.openxmlformats.org/markup-compatibility/2006">
              <mc:Choice xmlns:v="urn:schemas-microsoft-com:vml" Requires="v">
                <p:oleObj r:id="rId8" imgW="152400" imgH="139700" progId="Equation.DSMT4">
                  <p:embed/>
                </p:oleObj>
              </mc:Choice>
              <mc:Fallback>
                <p:oleObj r:id="rId8" imgW="152400" imgH="139700" progId="Equation.DSMT4">
                  <p:embed/>
                  <p:pic>
                    <p:nvPicPr>
                      <p:cNvPr id="0" name="图片 3098"/>
                      <p:cNvPicPr/>
                      <p:nvPr/>
                    </p:nvPicPr>
                    <p:blipFill>
                      <a:blip r:embed="rId9"/>
                      <a:stretch>
                        <a:fillRect/>
                      </a:stretch>
                    </p:blipFill>
                    <p:spPr>
                      <a:xfrm>
                        <a:off x="5220018" y="3097848"/>
                        <a:ext cx="315912" cy="296862"/>
                      </a:xfrm>
                      <a:prstGeom prst="rect">
                        <a:avLst/>
                      </a:prstGeom>
                      <a:noFill/>
                      <a:ln w="38100">
                        <a:noFill/>
                        <a:miter/>
                      </a:ln>
                    </p:spPr>
                  </p:pic>
                </p:oleObj>
              </mc:Fallback>
            </mc:AlternateContent>
          </a:graphicData>
        </a:graphic>
      </p:graphicFrame>
      <p:graphicFrame>
        <p:nvGraphicFramePr>
          <p:cNvPr id="21511" name="Object 2073"/>
          <p:cNvGraphicFramePr>
            <a:graphicFrameLocks noChangeAspect="1"/>
          </p:cNvGraphicFramePr>
          <p:nvPr/>
        </p:nvGraphicFramePr>
        <p:xfrm>
          <a:off x="1546225" y="4076700"/>
          <a:ext cx="5341938" cy="873125"/>
        </p:xfrm>
        <a:graphic>
          <a:graphicData uri="http://schemas.openxmlformats.org/presentationml/2006/ole">
            <mc:AlternateContent xmlns:mc="http://schemas.openxmlformats.org/markup-compatibility/2006">
              <mc:Choice xmlns:v="urn:schemas-microsoft-com:vml" Requires="v">
                <p:oleObj r:id="rId10" imgW="2616200" imgH="431800" progId="Equation.DSMT4">
                  <p:embed/>
                </p:oleObj>
              </mc:Choice>
              <mc:Fallback>
                <p:oleObj r:id="rId10" imgW="2616200" imgH="431800" progId="Equation.DSMT4">
                  <p:embed/>
                  <p:pic>
                    <p:nvPicPr>
                      <p:cNvPr id="0" name="图片 3099"/>
                      <p:cNvPicPr/>
                      <p:nvPr/>
                    </p:nvPicPr>
                    <p:blipFill>
                      <a:blip r:embed="rId11"/>
                      <a:stretch>
                        <a:fillRect/>
                      </a:stretch>
                    </p:blipFill>
                    <p:spPr>
                      <a:xfrm>
                        <a:off x="1546225" y="4076700"/>
                        <a:ext cx="5341938" cy="873125"/>
                      </a:xfrm>
                      <a:prstGeom prst="rect">
                        <a:avLst/>
                      </a:prstGeom>
                      <a:noFill/>
                      <a:ln w="38100">
                        <a:noFill/>
                        <a:miter/>
                      </a:ln>
                    </p:spPr>
                  </p:pic>
                </p:oleObj>
              </mc:Fallback>
            </mc:AlternateContent>
          </a:graphicData>
        </a:graphic>
      </p:graphicFrame>
      <p:graphicFrame>
        <p:nvGraphicFramePr>
          <p:cNvPr id="21512" name="Object 2072"/>
          <p:cNvGraphicFramePr>
            <a:graphicFrameLocks noChangeAspect="1"/>
          </p:cNvGraphicFramePr>
          <p:nvPr/>
        </p:nvGraphicFramePr>
        <p:xfrm>
          <a:off x="1403350" y="5162868"/>
          <a:ext cx="2332038" cy="873125"/>
        </p:xfrm>
        <a:graphic>
          <a:graphicData uri="http://schemas.openxmlformats.org/presentationml/2006/ole">
            <mc:AlternateContent xmlns:mc="http://schemas.openxmlformats.org/markup-compatibility/2006">
              <mc:Choice xmlns:v="urn:schemas-microsoft-com:vml" Requires="v">
                <p:oleObj r:id="rId12" imgW="1143000" imgH="431800" progId="Equation.DSMT4">
                  <p:embed/>
                </p:oleObj>
              </mc:Choice>
              <mc:Fallback>
                <p:oleObj r:id="rId12" imgW="1143000" imgH="431800" progId="Equation.DSMT4">
                  <p:embed/>
                  <p:pic>
                    <p:nvPicPr>
                      <p:cNvPr id="0" name="图片 3100"/>
                      <p:cNvPicPr/>
                      <p:nvPr/>
                    </p:nvPicPr>
                    <p:blipFill>
                      <a:blip r:embed="rId13"/>
                      <a:stretch>
                        <a:fillRect/>
                      </a:stretch>
                    </p:blipFill>
                    <p:spPr>
                      <a:xfrm>
                        <a:off x="1403350" y="5162868"/>
                        <a:ext cx="2332038" cy="873125"/>
                      </a:xfrm>
                      <a:prstGeom prst="rect">
                        <a:avLst/>
                      </a:prstGeom>
                      <a:noFill/>
                      <a:ln w="38100">
                        <a:noFill/>
                        <a:miter/>
                      </a:ln>
                    </p:spPr>
                  </p:pic>
                </p:oleObj>
              </mc:Fallback>
            </mc:AlternateContent>
          </a:graphicData>
        </a:graphic>
      </p:graphicFrame>
      <p:graphicFrame>
        <p:nvGraphicFramePr>
          <p:cNvPr id="21513" name="Object 2071"/>
          <p:cNvGraphicFramePr>
            <a:graphicFrameLocks noChangeAspect="1"/>
          </p:cNvGraphicFramePr>
          <p:nvPr/>
        </p:nvGraphicFramePr>
        <p:xfrm>
          <a:off x="3923348" y="5300980"/>
          <a:ext cx="3168650" cy="873125"/>
        </p:xfrm>
        <a:graphic>
          <a:graphicData uri="http://schemas.openxmlformats.org/presentationml/2006/ole">
            <mc:AlternateContent xmlns:mc="http://schemas.openxmlformats.org/markup-compatibility/2006">
              <mc:Choice xmlns:v="urn:schemas-microsoft-com:vml" Requires="v">
                <p:oleObj r:id="rId14" imgW="1548765" imgH="431800" progId="Equation.DSMT4">
                  <p:embed/>
                </p:oleObj>
              </mc:Choice>
              <mc:Fallback>
                <p:oleObj r:id="rId14" imgW="1548765" imgH="431800" progId="Equation.DSMT4">
                  <p:embed/>
                  <p:pic>
                    <p:nvPicPr>
                      <p:cNvPr id="0" name="图片 3094"/>
                      <p:cNvPicPr/>
                      <p:nvPr/>
                    </p:nvPicPr>
                    <p:blipFill>
                      <a:blip r:embed="rId15"/>
                      <a:stretch>
                        <a:fillRect/>
                      </a:stretch>
                    </p:blipFill>
                    <p:spPr>
                      <a:xfrm>
                        <a:off x="3923348" y="5300980"/>
                        <a:ext cx="3168650" cy="873125"/>
                      </a:xfrm>
                      <a:prstGeom prst="rect">
                        <a:avLst/>
                      </a:prstGeom>
                      <a:noFill/>
                      <a:ln w="38100">
                        <a:noFill/>
                        <a:miter/>
                      </a:ln>
                    </p:spPr>
                  </p:pic>
                </p:oleObj>
              </mc:Fallback>
            </mc:AlternateContent>
          </a:graphicData>
        </a:graphic>
      </p:graphicFrame>
      <p:sp>
        <p:nvSpPr>
          <p:cNvPr id="21518" name="Rectangle 2074"/>
          <p:cNvSpPr/>
          <p:nvPr/>
        </p:nvSpPr>
        <p:spPr>
          <a:xfrm>
            <a:off x="358775" y="2786063"/>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1519" name="Rectangle 2076"/>
          <p:cNvSpPr/>
          <p:nvPr/>
        </p:nvSpPr>
        <p:spPr>
          <a:xfrm>
            <a:off x="358775" y="3643313"/>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1520"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26</a:t>
            </a:fld>
            <a:endParaRPr lang="zh-CN" altLang="en-US" sz="1400" dirty="0"/>
          </a:p>
        </p:txBody>
      </p:sp>
      <p:graphicFrame>
        <p:nvGraphicFramePr>
          <p:cNvPr id="2" name="Object 2061"/>
          <p:cNvGraphicFramePr>
            <a:graphicFrameLocks noChangeAspect="1"/>
          </p:cNvGraphicFramePr>
          <p:nvPr>
            <p:extLst>
              <p:ext uri="{D42A27DB-BD31-4B8C-83A1-F6EECF244321}">
                <p14:modId xmlns:p14="http://schemas.microsoft.com/office/powerpoint/2010/main" val="699454060"/>
              </p:ext>
            </p:extLst>
          </p:nvPr>
        </p:nvGraphicFramePr>
        <p:xfrm>
          <a:off x="2596413" y="2039304"/>
          <a:ext cx="3241675" cy="893762"/>
        </p:xfrm>
        <a:graphic>
          <a:graphicData uri="http://schemas.openxmlformats.org/presentationml/2006/ole">
            <mc:AlternateContent xmlns:mc="http://schemas.openxmlformats.org/markup-compatibility/2006">
              <mc:Choice xmlns:v="urn:schemas-microsoft-com:vml" Requires="v">
                <p:oleObj r:id="rId16" imgW="1548765" imgH="431800" progId="Equation.DSMT4">
                  <p:embed/>
                </p:oleObj>
              </mc:Choice>
              <mc:Fallback>
                <p:oleObj r:id="rId16" imgW="1548765" imgH="431800" progId="Equation.DSMT4">
                  <p:embed/>
                  <p:pic>
                    <p:nvPicPr>
                      <p:cNvPr id="21508" name="Object 2061"/>
                      <p:cNvPicPr/>
                      <p:nvPr/>
                    </p:nvPicPr>
                    <p:blipFill>
                      <a:blip r:embed="rId15"/>
                      <a:stretch>
                        <a:fillRect/>
                      </a:stretch>
                    </p:blipFill>
                    <p:spPr>
                      <a:xfrm>
                        <a:off x="2596413" y="2039304"/>
                        <a:ext cx="3241675" cy="893762"/>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5" name="Rectangle 30"/>
          <p:cNvSpPr>
            <a:spLocks noGrp="1" noRot="1"/>
          </p:cNvSpPr>
          <p:nvPr>
            <p:ph idx="1"/>
          </p:nvPr>
        </p:nvSpPr>
        <p:spPr>
          <a:xfrm>
            <a:off x="301625" y="549275"/>
            <a:ext cx="8540750" cy="5549900"/>
          </a:xfrm>
        </p:spPr>
        <p:txBody>
          <a:bodyPr vert="horz" wrap="square" lIns="91440" tIns="45720" rIns="91440" bIns="45720" anchor="t" anchorCtr="0"/>
          <a:lstStyle/>
          <a:p>
            <a:pPr eaLnBrk="1" hangingPunct="1">
              <a:lnSpc>
                <a:spcPct val="150000"/>
              </a:lnSpc>
              <a:buNone/>
            </a:pPr>
            <a:r>
              <a:rPr lang="en-US" altLang="zh-CN" sz="2800" b="1" dirty="0">
                <a:solidFill>
                  <a:srgbClr val="000000"/>
                </a:solidFill>
                <a:latin typeface="微软雅黑" panose="020B0503020204020204" pitchFamily="34" charset="-122"/>
                <a:ea typeface="微软雅黑" panose="020B0503020204020204" pitchFamily="34" charset="-122"/>
              </a:rPr>
              <a:t>5.6.3  </a:t>
            </a:r>
            <a:r>
              <a:rPr lang="zh-CN" altLang="en-US" sz="2800" b="1" dirty="0">
                <a:solidFill>
                  <a:srgbClr val="000000"/>
                </a:solidFill>
                <a:latin typeface="微软雅黑" panose="020B0503020204020204" pitchFamily="34" charset="-122"/>
                <a:ea typeface="微软雅黑" panose="020B0503020204020204" pitchFamily="34" charset="-122"/>
              </a:rPr>
              <a:t>平稳随机过程的互功率谱</a:t>
            </a: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两个平稳随机过程       和        的互功率谱定义为：</a:t>
            </a: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  </a:t>
            </a: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或者  </a:t>
            </a:r>
          </a:p>
          <a:p>
            <a:pPr eaLnBrk="1" hangingPunct="1">
              <a:lnSpc>
                <a:spcPct val="15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由以上可得出：</a:t>
            </a:r>
          </a:p>
        </p:txBody>
      </p:sp>
      <p:graphicFrame>
        <p:nvGraphicFramePr>
          <p:cNvPr id="22530" name="Object 23"/>
          <p:cNvGraphicFramePr>
            <a:graphicFrameLocks noChangeAspect="1"/>
          </p:cNvGraphicFramePr>
          <p:nvPr/>
        </p:nvGraphicFramePr>
        <p:xfrm>
          <a:off x="3276600" y="1484313"/>
          <a:ext cx="615950" cy="482600"/>
        </p:xfrm>
        <a:graphic>
          <a:graphicData uri="http://schemas.openxmlformats.org/presentationml/2006/ole">
            <mc:AlternateContent xmlns:mc="http://schemas.openxmlformats.org/markup-compatibility/2006">
              <mc:Choice xmlns:v="urn:schemas-microsoft-com:vml" Requires="v">
                <p:oleObj r:id="rId2" imgW="292100" imgH="228600" progId="Equation.DSMT4">
                  <p:embed/>
                </p:oleObj>
              </mc:Choice>
              <mc:Fallback>
                <p:oleObj r:id="rId2" imgW="292100" imgH="228600" progId="Equation.DSMT4">
                  <p:embed/>
                  <p:pic>
                    <p:nvPicPr>
                      <p:cNvPr id="0" name="图片 3212"/>
                      <p:cNvPicPr/>
                      <p:nvPr/>
                    </p:nvPicPr>
                    <p:blipFill>
                      <a:blip r:embed="rId3"/>
                      <a:stretch>
                        <a:fillRect/>
                      </a:stretch>
                    </p:blipFill>
                    <p:spPr>
                      <a:xfrm>
                        <a:off x="3276600" y="1484313"/>
                        <a:ext cx="615950" cy="482600"/>
                      </a:xfrm>
                      <a:prstGeom prst="rect">
                        <a:avLst/>
                      </a:prstGeom>
                      <a:noFill/>
                      <a:ln w="38100">
                        <a:noFill/>
                        <a:miter/>
                      </a:ln>
                    </p:spPr>
                  </p:pic>
                </p:oleObj>
              </mc:Fallback>
            </mc:AlternateContent>
          </a:graphicData>
        </a:graphic>
      </p:graphicFrame>
      <p:graphicFrame>
        <p:nvGraphicFramePr>
          <p:cNvPr id="22531" name="Object 22"/>
          <p:cNvGraphicFramePr>
            <a:graphicFrameLocks noChangeAspect="1"/>
          </p:cNvGraphicFramePr>
          <p:nvPr/>
        </p:nvGraphicFramePr>
        <p:xfrm>
          <a:off x="4500563" y="1484313"/>
          <a:ext cx="636587" cy="482600"/>
        </p:xfrm>
        <a:graphic>
          <a:graphicData uri="http://schemas.openxmlformats.org/presentationml/2006/ole">
            <mc:AlternateContent xmlns:mc="http://schemas.openxmlformats.org/markup-compatibility/2006">
              <mc:Choice xmlns:v="urn:schemas-microsoft-com:vml" Requires="v">
                <p:oleObj r:id="rId4" imgW="304800" imgH="228600" progId="Equation.DSMT4">
                  <p:embed/>
                </p:oleObj>
              </mc:Choice>
              <mc:Fallback>
                <p:oleObj r:id="rId4" imgW="304800" imgH="228600" progId="Equation.DSMT4">
                  <p:embed/>
                  <p:pic>
                    <p:nvPicPr>
                      <p:cNvPr id="0" name="图片 3222"/>
                      <p:cNvPicPr/>
                      <p:nvPr/>
                    </p:nvPicPr>
                    <p:blipFill>
                      <a:blip r:embed="rId5"/>
                      <a:stretch>
                        <a:fillRect/>
                      </a:stretch>
                    </p:blipFill>
                    <p:spPr>
                      <a:xfrm>
                        <a:off x="4500563" y="1484313"/>
                        <a:ext cx="636587" cy="482600"/>
                      </a:xfrm>
                      <a:prstGeom prst="rect">
                        <a:avLst/>
                      </a:prstGeom>
                      <a:noFill/>
                      <a:ln w="38100">
                        <a:noFill/>
                        <a:miter/>
                      </a:ln>
                    </p:spPr>
                  </p:pic>
                </p:oleObj>
              </mc:Fallback>
            </mc:AlternateContent>
          </a:graphicData>
        </a:graphic>
      </p:graphicFrame>
      <p:graphicFrame>
        <p:nvGraphicFramePr>
          <p:cNvPr id="22532" name="Object 21"/>
          <p:cNvGraphicFramePr>
            <a:graphicFrameLocks noChangeAspect="1"/>
          </p:cNvGraphicFramePr>
          <p:nvPr/>
        </p:nvGraphicFramePr>
        <p:xfrm>
          <a:off x="1835150" y="1989138"/>
          <a:ext cx="3162300" cy="969962"/>
        </p:xfrm>
        <a:graphic>
          <a:graphicData uri="http://schemas.openxmlformats.org/presentationml/2006/ole">
            <mc:AlternateContent xmlns:mc="http://schemas.openxmlformats.org/markup-compatibility/2006">
              <mc:Choice xmlns:v="urn:schemas-microsoft-com:vml" Requires="v">
                <p:oleObj r:id="rId6" imgW="1397000" imgH="431800" progId="Equation.DSMT4">
                  <p:embed/>
                </p:oleObj>
              </mc:Choice>
              <mc:Fallback>
                <p:oleObj r:id="rId6" imgW="1397000" imgH="431800" progId="Equation.DSMT4">
                  <p:embed/>
                  <p:pic>
                    <p:nvPicPr>
                      <p:cNvPr id="0" name="图片 3219"/>
                      <p:cNvPicPr/>
                      <p:nvPr/>
                    </p:nvPicPr>
                    <p:blipFill>
                      <a:blip r:embed="rId7"/>
                      <a:stretch>
                        <a:fillRect/>
                      </a:stretch>
                    </p:blipFill>
                    <p:spPr>
                      <a:xfrm>
                        <a:off x="1835150" y="1989138"/>
                        <a:ext cx="3162300" cy="969962"/>
                      </a:xfrm>
                      <a:prstGeom prst="rect">
                        <a:avLst/>
                      </a:prstGeom>
                      <a:noFill/>
                      <a:ln w="38100">
                        <a:noFill/>
                        <a:miter/>
                      </a:ln>
                    </p:spPr>
                  </p:pic>
                </p:oleObj>
              </mc:Fallback>
            </mc:AlternateContent>
          </a:graphicData>
        </a:graphic>
      </p:graphicFrame>
      <p:graphicFrame>
        <p:nvGraphicFramePr>
          <p:cNvPr id="22533" name="Object 20"/>
          <p:cNvGraphicFramePr>
            <a:graphicFrameLocks noChangeAspect="1"/>
          </p:cNvGraphicFramePr>
          <p:nvPr/>
        </p:nvGraphicFramePr>
        <p:xfrm>
          <a:off x="1835150" y="3141663"/>
          <a:ext cx="4470400" cy="1141412"/>
        </p:xfrm>
        <a:graphic>
          <a:graphicData uri="http://schemas.openxmlformats.org/presentationml/2006/ole">
            <mc:AlternateContent xmlns:mc="http://schemas.openxmlformats.org/markup-compatibility/2006">
              <mc:Choice xmlns:v="urn:schemas-microsoft-com:vml" Requires="v">
                <p:oleObj r:id="rId8" imgW="1676400" imgH="431800" progId="Equation.DSMT4">
                  <p:embed/>
                </p:oleObj>
              </mc:Choice>
              <mc:Fallback>
                <p:oleObj r:id="rId8" imgW="1676400" imgH="431800" progId="Equation.DSMT4">
                  <p:embed/>
                  <p:pic>
                    <p:nvPicPr>
                      <p:cNvPr id="0" name="图片 3215"/>
                      <p:cNvPicPr/>
                      <p:nvPr/>
                    </p:nvPicPr>
                    <p:blipFill>
                      <a:blip r:embed="rId9"/>
                      <a:stretch>
                        <a:fillRect/>
                      </a:stretch>
                    </p:blipFill>
                    <p:spPr>
                      <a:xfrm>
                        <a:off x="1835150" y="3141663"/>
                        <a:ext cx="4470400" cy="1141412"/>
                      </a:xfrm>
                      <a:prstGeom prst="rect">
                        <a:avLst/>
                      </a:prstGeom>
                      <a:noFill/>
                      <a:ln w="38100">
                        <a:noFill/>
                        <a:miter/>
                      </a:ln>
                    </p:spPr>
                  </p:pic>
                </p:oleObj>
              </mc:Fallback>
            </mc:AlternateContent>
          </a:graphicData>
        </a:graphic>
      </p:graphicFrame>
      <p:graphicFrame>
        <p:nvGraphicFramePr>
          <p:cNvPr id="22534" name="Object 19"/>
          <p:cNvGraphicFramePr>
            <a:graphicFrameLocks noChangeAspect="1"/>
          </p:cNvGraphicFramePr>
          <p:nvPr/>
        </p:nvGraphicFramePr>
        <p:xfrm>
          <a:off x="1835150" y="4941888"/>
          <a:ext cx="3219450" cy="671512"/>
        </p:xfrm>
        <a:graphic>
          <a:graphicData uri="http://schemas.openxmlformats.org/presentationml/2006/ole">
            <mc:AlternateContent xmlns:mc="http://schemas.openxmlformats.org/markup-compatibility/2006">
              <mc:Choice xmlns:v="urn:schemas-microsoft-com:vml" Requires="v">
                <p:oleObj r:id="rId10" imgW="1231265" imgH="254000" progId="Equation.DSMT4">
                  <p:embed/>
                </p:oleObj>
              </mc:Choice>
              <mc:Fallback>
                <p:oleObj r:id="rId10" imgW="1231265" imgH="254000" progId="Equation.DSMT4">
                  <p:embed/>
                  <p:pic>
                    <p:nvPicPr>
                      <p:cNvPr id="0" name="图片 3223"/>
                      <p:cNvPicPr/>
                      <p:nvPr/>
                    </p:nvPicPr>
                    <p:blipFill>
                      <a:blip r:embed="rId11"/>
                      <a:stretch>
                        <a:fillRect/>
                      </a:stretch>
                    </p:blipFill>
                    <p:spPr>
                      <a:xfrm>
                        <a:off x="1835150" y="4941888"/>
                        <a:ext cx="3219450" cy="671512"/>
                      </a:xfrm>
                      <a:prstGeom prst="rect">
                        <a:avLst/>
                      </a:prstGeom>
                      <a:noFill/>
                      <a:ln w="38100">
                        <a:noFill/>
                        <a:miter/>
                      </a:ln>
                    </p:spPr>
                  </p:pic>
                </p:oleObj>
              </mc:Fallback>
            </mc:AlternateContent>
          </a:graphicData>
        </a:graphic>
      </p:graphicFrame>
      <p:sp>
        <p:nvSpPr>
          <p:cNvPr id="2253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27</a:t>
            </a:fld>
            <a:endParaRPr lang="zh-CN" alt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Rectangle 3"/>
          <p:cNvSpPr>
            <a:spLocks noGrp="1" noRot="1"/>
          </p:cNvSpPr>
          <p:nvPr>
            <p:ph idx="1"/>
          </p:nvPr>
        </p:nvSpPr>
        <p:spPr>
          <a:xfrm>
            <a:off x="301625" y="549275"/>
            <a:ext cx="8540750" cy="5832475"/>
          </a:xfrm>
        </p:spPr>
        <p:txBody>
          <a:bodyPr vert="horz" wrap="square" lIns="91440" tIns="45720" rIns="91440" bIns="45720" anchor="t" anchorCtr="0"/>
          <a:lstStyle/>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例</a:t>
            </a:r>
            <a:r>
              <a:rPr lang="en-US" altLang="zh-CN" sz="2800" b="1" dirty="0">
                <a:solidFill>
                  <a:srgbClr val="000000"/>
                </a:solidFill>
                <a:latin typeface="微软雅黑" panose="020B0503020204020204" pitchFamily="34" charset="-122"/>
                <a:ea typeface="微软雅黑" panose="020B0503020204020204" pitchFamily="34" charset="-122"/>
              </a:rPr>
              <a:t>5.6.1  </a:t>
            </a:r>
            <a:r>
              <a:rPr lang="zh-CN" altLang="en-US" sz="2800" b="1" dirty="0">
                <a:solidFill>
                  <a:srgbClr val="000000"/>
                </a:solidFill>
                <a:latin typeface="微软雅黑" panose="020B0503020204020204" pitchFamily="34" charset="-122"/>
                <a:ea typeface="微软雅黑" panose="020B0503020204020204" pitchFamily="34" charset="-122"/>
              </a:rPr>
              <a:t>相位为平稳随机的正弦序列仍然是一个平稳随机过程，它的自相关序列为：                            ，式中，   是正弦序列的增幅，      是正弦序列的角频率。求该正弦序列的功率谱。</a:t>
            </a:r>
          </a:p>
          <a:p>
            <a:pPr eaLnBrk="1" hangingPunct="1">
              <a:lnSpc>
                <a:spcPct val="120000"/>
              </a:lnSpc>
              <a:buNone/>
            </a:pPr>
            <a:r>
              <a:rPr lang="zh-CN" altLang="en-US" sz="2800" b="1" dirty="0">
                <a:solidFill>
                  <a:srgbClr val="000000"/>
                </a:solidFill>
                <a:latin typeface="微软雅黑" panose="020B0503020204020204" pitchFamily="34" charset="-122"/>
                <a:ea typeface="微软雅黑" panose="020B0503020204020204" pitchFamily="34" charset="-122"/>
              </a:rPr>
              <a:t>解：该正弦序列的功率谱为：</a:t>
            </a:r>
          </a:p>
        </p:txBody>
      </p:sp>
      <p:graphicFrame>
        <p:nvGraphicFramePr>
          <p:cNvPr id="23554" name="Object 7"/>
          <p:cNvGraphicFramePr>
            <a:graphicFrameLocks noChangeAspect="1"/>
          </p:cNvGraphicFramePr>
          <p:nvPr/>
        </p:nvGraphicFramePr>
        <p:xfrm>
          <a:off x="1330325" y="3213100"/>
          <a:ext cx="4737100" cy="876300"/>
        </p:xfrm>
        <a:graphic>
          <a:graphicData uri="http://schemas.openxmlformats.org/presentationml/2006/ole">
            <mc:AlternateContent xmlns:mc="http://schemas.openxmlformats.org/markup-compatibility/2006">
              <mc:Choice xmlns:v="urn:schemas-microsoft-com:vml" Requires="v">
                <p:oleObj r:id="rId2" imgW="2032000" imgH="444500" progId="Equation.DSMT4">
                  <p:embed/>
                </p:oleObj>
              </mc:Choice>
              <mc:Fallback>
                <p:oleObj r:id="rId2" imgW="2032000" imgH="444500" progId="Equation.DSMT4">
                  <p:embed/>
                  <p:pic>
                    <p:nvPicPr>
                      <p:cNvPr id="0" name="图片 3217"/>
                      <p:cNvPicPr/>
                      <p:nvPr/>
                    </p:nvPicPr>
                    <p:blipFill>
                      <a:blip r:embed="rId3"/>
                      <a:stretch>
                        <a:fillRect/>
                      </a:stretch>
                    </p:blipFill>
                    <p:spPr>
                      <a:xfrm>
                        <a:off x="1330325" y="3213100"/>
                        <a:ext cx="4737100" cy="876300"/>
                      </a:xfrm>
                      <a:prstGeom prst="rect">
                        <a:avLst/>
                      </a:prstGeom>
                      <a:noFill/>
                      <a:ln w="38100">
                        <a:noFill/>
                        <a:miter/>
                      </a:ln>
                    </p:spPr>
                  </p:pic>
                </p:oleObj>
              </mc:Fallback>
            </mc:AlternateContent>
          </a:graphicData>
        </a:graphic>
      </p:graphicFrame>
      <p:graphicFrame>
        <p:nvGraphicFramePr>
          <p:cNvPr id="23555" name="Object 6"/>
          <p:cNvGraphicFramePr>
            <a:graphicFrameLocks noChangeAspect="1"/>
          </p:cNvGraphicFramePr>
          <p:nvPr/>
        </p:nvGraphicFramePr>
        <p:xfrm>
          <a:off x="2411413" y="4005263"/>
          <a:ext cx="4246562" cy="877887"/>
        </p:xfrm>
        <a:graphic>
          <a:graphicData uri="http://schemas.openxmlformats.org/presentationml/2006/ole">
            <mc:AlternateContent xmlns:mc="http://schemas.openxmlformats.org/markup-compatibility/2006">
              <mc:Choice xmlns:v="urn:schemas-microsoft-com:vml" Requires="v">
                <p:oleObj r:id="rId4" imgW="1815465" imgH="444500" progId="Equation.DSMT4">
                  <p:embed/>
                </p:oleObj>
              </mc:Choice>
              <mc:Fallback>
                <p:oleObj r:id="rId4" imgW="1815465" imgH="444500" progId="Equation.DSMT4">
                  <p:embed/>
                  <p:pic>
                    <p:nvPicPr>
                      <p:cNvPr id="0" name="图片 3213"/>
                      <p:cNvPicPr/>
                      <p:nvPr/>
                    </p:nvPicPr>
                    <p:blipFill>
                      <a:blip r:embed="rId5"/>
                      <a:stretch>
                        <a:fillRect/>
                      </a:stretch>
                    </p:blipFill>
                    <p:spPr>
                      <a:xfrm>
                        <a:off x="2411413" y="4005263"/>
                        <a:ext cx="4246562" cy="877887"/>
                      </a:xfrm>
                      <a:prstGeom prst="rect">
                        <a:avLst/>
                      </a:prstGeom>
                      <a:noFill/>
                      <a:ln w="38100">
                        <a:noFill/>
                        <a:miter/>
                      </a:ln>
                    </p:spPr>
                  </p:pic>
                </p:oleObj>
              </mc:Fallback>
            </mc:AlternateContent>
          </a:graphicData>
        </a:graphic>
      </p:graphicFrame>
      <p:graphicFrame>
        <p:nvGraphicFramePr>
          <p:cNvPr id="23557" name="Object 4"/>
          <p:cNvGraphicFramePr>
            <a:graphicFrameLocks noChangeAspect="1"/>
          </p:cNvGraphicFramePr>
          <p:nvPr>
            <p:extLst>
              <p:ext uri="{D42A27DB-BD31-4B8C-83A1-F6EECF244321}">
                <p14:modId xmlns:p14="http://schemas.microsoft.com/office/powerpoint/2010/main" val="3070984094"/>
              </p:ext>
            </p:extLst>
          </p:nvPr>
        </p:nvGraphicFramePr>
        <p:xfrm>
          <a:off x="2461418" y="5139963"/>
          <a:ext cx="4468813" cy="766763"/>
        </p:xfrm>
        <a:graphic>
          <a:graphicData uri="http://schemas.openxmlformats.org/presentationml/2006/ole">
            <mc:AlternateContent xmlns:mc="http://schemas.openxmlformats.org/markup-compatibility/2006">
              <mc:Choice xmlns:v="urn:schemas-microsoft-com:vml" Requires="v">
                <p:oleObj r:id="rId6" imgW="1917065" imgH="393700" progId="Equation.DSMT4">
                  <p:embed/>
                </p:oleObj>
              </mc:Choice>
              <mc:Fallback>
                <p:oleObj r:id="rId6" imgW="1917065" imgH="393700" progId="Equation.DSMT4">
                  <p:embed/>
                  <p:pic>
                    <p:nvPicPr>
                      <p:cNvPr id="0" name="图片 3221"/>
                      <p:cNvPicPr/>
                      <p:nvPr/>
                    </p:nvPicPr>
                    <p:blipFill>
                      <a:blip r:embed="rId7"/>
                      <a:stretch>
                        <a:fillRect/>
                      </a:stretch>
                    </p:blipFill>
                    <p:spPr>
                      <a:xfrm>
                        <a:off x="2461418" y="5139963"/>
                        <a:ext cx="4468813" cy="766763"/>
                      </a:xfrm>
                      <a:prstGeom prst="rect">
                        <a:avLst/>
                      </a:prstGeom>
                      <a:noFill/>
                      <a:ln w="38100">
                        <a:noFill/>
                        <a:miter/>
                      </a:ln>
                    </p:spPr>
                  </p:pic>
                </p:oleObj>
              </mc:Fallback>
            </mc:AlternateContent>
          </a:graphicData>
        </a:graphic>
      </p:graphicFrame>
      <p:sp>
        <p:nvSpPr>
          <p:cNvPr id="23562" name="Rectangle 8"/>
          <p:cNvSpPr/>
          <p:nvPr/>
        </p:nvSpPr>
        <p:spPr>
          <a:xfrm>
            <a:off x="0" y="2562225"/>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3563" name="Rectangle 9"/>
          <p:cNvSpPr/>
          <p:nvPr/>
        </p:nvSpPr>
        <p:spPr>
          <a:xfrm>
            <a:off x="0" y="3009900"/>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3564" name="Rectangle 11"/>
          <p:cNvSpPr/>
          <p:nvPr/>
        </p:nvSpPr>
        <p:spPr>
          <a:xfrm>
            <a:off x="0" y="3905250"/>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3558" name="Object 12"/>
          <p:cNvGraphicFramePr>
            <a:graphicFrameLocks noChangeAspect="1"/>
          </p:cNvGraphicFramePr>
          <p:nvPr/>
        </p:nvGraphicFramePr>
        <p:xfrm>
          <a:off x="5651500" y="981075"/>
          <a:ext cx="2557463" cy="776288"/>
        </p:xfrm>
        <a:graphic>
          <a:graphicData uri="http://schemas.openxmlformats.org/presentationml/2006/ole">
            <mc:AlternateContent xmlns:mc="http://schemas.openxmlformats.org/markup-compatibility/2006">
              <mc:Choice xmlns:v="urn:schemas-microsoft-com:vml" Requires="v">
                <p:oleObj r:id="rId8" imgW="1384300" imgH="419100" progId="Equation.DSMT4">
                  <p:embed/>
                </p:oleObj>
              </mc:Choice>
              <mc:Fallback>
                <p:oleObj r:id="rId8" imgW="1384300" imgH="419100" progId="Equation.DSMT4">
                  <p:embed/>
                  <p:pic>
                    <p:nvPicPr>
                      <p:cNvPr id="0" name="图片 3218"/>
                      <p:cNvPicPr/>
                      <p:nvPr/>
                    </p:nvPicPr>
                    <p:blipFill>
                      <a:blip r:embed="rId9"/>
                      <a:stretch>
                        <a:fillRect/>
                      </a:stretch>
                    </p:blipFill>
                    <p:spPr>
                      <a:xfrm>
                        <a:off x="5651500" y="981075"/>
                        <a:ext cx="2557463" cy="776288"/>
                      </a:xfrm>
                      <a:prstGeom prst="rect">
                        <a:avLst/>
                      </a:prstGeom>
                      <a:noFill/>
                      <a:ln w="38100">
                        <a:noFill/>
                        <a:miter/>
                      </a:ln>
                    </p:spPr>
                  </p:pic>
                </p:oleObj>
              </mc:Fallback>
            </mc:AlternateContent>
          </a:graphicData>
        </a:graphic>
      </p:graphicFrame>
      <p:graphicFrame>
        <p:nvGraphicFramePr>
          <p:cNvPr id="23559" name="Object 13"/>
          <p:cNvGraphicFramePr>
            <a:graphicFrameLocks noChangeAspect="1"/>
          </p:cNvGraphicFramePr>
          <p:nvPr/>
        </p:nvGraphicFramePr>
        <p:xfrm>
          <a:off x="1692275" y="1700213"/>
          <a:ext cx="336550" cy="360362"/>
        </p:xfrm>
        <a:graphic>
          <a:graphicData uri="http://schemas.openxmlformats.org/presentationml/2006/ole">
            <mc:AlternateContent xmlns:mc="http://schemas.openxmlformats.org/markup-compatibility/2006">
              <mc:Choice xmlns:v="urn:schemas-microsoft-com:vml" Requires="v">
                <p:oleObj r:id="rId10" imgW="152400" imgH="165100" progId="Equation.DSMT4">
                  <p:embed/>
                </p:oleObj>
              </mc:Choice>
              <mc:Fallback>
                <p:oleObj r:id="rId10" imgW="152400" imgH="165100" progId="Equation.DSMT4">
                  <p:embed/>
                  <p:pic>
                    <p:nvPicPr>
                      <p:cNvPr id="0" name="图片 3216"/>
                      <p:cNvPicPr/>
                      <p:nvPr/>
                    </p:nvPicPr>
                    <p:blipFill>
                      <a:blip r:embed="rId11"/>
                      <a:stretch>
                        <a:fillRect/>
                      </a:stretch>
                    </p:blipFill>
                    <p:spPr>
                      <a:xfrm>
                        <a:off x="1692275" y="1700213"/>
                        <a:ext cx="336550" cy="360362"/>
                      </a:xfrm>
                      <a:prstGeom prst="rect">
                        <a:avLst/>
                      </a:prstGeom>
                      <a:noFill/>
                      <a:ln w="38100">
                        <a:noFill/>
                        <a:miter/>
                      </a:ln>
                    </p:spPr>
                  </p:pic>
                </p:oleObj>
              </mc:Fallback>
            </mc:AlternateContent>
          </a:graphicData>
        </a:graphic>
      </p:graphicFrame>
      <p:graphicFrame>
        <p:nvGraphicFramePr>
          <p:cNvPr id="23560" name="Object 14"/>
          <p:cNvGraphicFramePr>
            <a:graphicFrameLocks noChangeAspect="1"/>
          </p:cNvGraphicFramePr>
          <p:nvPr/>
        </p:nvGraphicFramePr>
        <p:xfrm>
          <a:off x="5292725" y="1557338"/>
          <a:ext cx="479425" cy="574675"/>
        </p:xfrm>
        <a:graphic>
          <a:graphicData uri="http://schemas.openxmlformats.org/presentationml/2006/ole">
            <mc:AlternateContent xmlns:mc="http://schemas.openxmlformats.org/markup-compatibility/2006">
              <mc:Choice xmlns:v="urn:schemas-microsoft-com:vml" Requires="v">
                <p:oleObj r:id="rId12" imgW="190500" imgH="228600" progId="Equation.DSMT4">
                  <p:embed/>
                </p:oleObj>
              </mc:Choice>
              <mc:Fallback>
                <p:oleObj r:id="rId12" imgW="190500" imgH="228600" progId="Equation.DSMT4">
                  <p:embed/>
                  <p:pic>
                    <p:nvPicPr>
                      <p:cNvPr id="0" name="图片 3220"/>
                      <p:cNvPicPr/>
                      <p:nvPr/>
                    </p:nvPicPr>
                    <p:blipFill>
                      <a:blip r:embed="rId13"/>
                      <a:stretch>
                        <a:fillRect/>
                      </a:stretch>
                    </p:blipFill>
                    <p:spPr>
                      <a:xfrm>
                        <a:off x="5292725" y="1557338"/>
                        <a:ext cx="479425" cy="574675"/>
                      </a:xfrm>
                      <a:prstGeom prst="rect">
                        <a:avLst/>
                      </a:prstGeom>
                      <a:noFill/>
                      <a:ln w="38100">
                        <a:noFill/>
                        <a:miter/>
                      </a:ln>
                    </p:spPr>
                  </p:pic>
                </p:oleObj>
              </mc:Fallback>
            </mc:AlternateContent>
          </a:graphicData>
        </a:graphic>
      </p:graphicFrame>
      <p:sp>
        <p:nvSpPr>
          <p:cNvPr id="23565" name="灯片编号占位符 1"/>
          <p:cNvSpPr txBox="1">
            <a:spLocks noGrp="1"/>
          </p:cNvSpPr>
          <p:nvPr>
            <p:ph type="sldNum" sz="quarter" idx="12"/>
          </p:nvPr>
        </p:nvSpPr>
        <p:spPr>
          <a:xfrm>
            <a:off x="8333740" y="6245225"/>
            <a:ext cx="508635"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28</a:t>
            </a:fld>
            <a:endParaRPr lang="zh-CN" altLang="en-US" sz="1400" dirty="0"/>
          </a:p>
        </p:txBody>
      </p:sp>
      <p:pic>
        <p:nvPicPr>
          <p:cNvPr id="4" name="图片 3">
            <a:extLst>
              <a:ext uri="{FF2B5EF4-FFF2-40B4-BE49-F238E27FC236}">
                <a16:creationId xmlns:a16="http://schemas.microsoft.com/office/drawing/2014/main" id="{36F87287-EFA1-032F-AE99-B54EA4CE76EF}"/>
              </a:ext>
            </a:extLst>
          </p:cNvPr>
          <p:cNvPicPr>
            <a:picLocks noChangeAspect="1"/>
          </p:cNvPicPr>
          <p:nvPr/>
        </p:nvPicPr>
        <p:blipFill>
          <a:blip r:embed="rId14"/>
          <a:stretch>
            <a:fillRect/>
          </a:stretch>
        </p:blipFill>
        <p:spPr>
          <a:xfrm>
            <a:off x="1300162" y="5139963"/>
            <a:ext cx="1457325" cy="7524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84" name="Rectangle 12"/>
          <p:cNvSpPr>
            <a:spLocks noRot="1"/>
          </p:cNvSpPr>
          <p:nvPr/>
        </p:nvSpPr>
        <p:spPr>
          <a:xfrm>
            <a:off x="301625" y="476250"/>
            <a:ext cx="8842375" cy="5832475"/>
          </a:xfrm>
          <a:prstGeom prst="rect">
            <a:avLst/>
          </a:prstGeom>
          <a:noFill/>
          <a:ln w="9525">
            <a:noFill/>
          </a:ln>
        </p:spPr>
        <p:txBody>
          <a:bodyPr/>
          <a:lstStyle/>
          <a:p>
            <a:pPr marL="342900" indent="-342900" eaLnBrk="1" hangingPunct="1">
              <a:lnSpc>
                <a:spcPct val="105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例</a:t>
            </a:r>
            <a:r>
              <a:rPr lang="en-US" altLang="zh-CN" sz="2800" b="1" dirty="0">
                <a:solidFill>
                  <a:srgbClr val="000000"/>
                </a:solidFill>
                <a:latin typeface="微软雅黑" panose="020B0503020204020204" pitchFamily="34" charset="-122"/>
                <a:ea typeface="微软雅黑" panose="020B0503020204020204" pitchFamily="34" charset="-122"/>
              </a:rPr>
              <a:t>5.6.2  </a:t>
            </a:r>
            <a:r>
              <a:rPr lang="zh-CN" altLang="en-US" sz="2800" b="1" dirty="0">
                <a:solidFill>
                  <a:srgbClr val="000000"/>
                </a:solidFill>
                <a:latin typeface="微软雅黑" panose="020B0503020204020204" pitchFamily="34" charset="-122"/>
                <a:ea typeface="微软雅黑" panose="020B0503020204020204" pitchFamily="34" charset="-122"/>
              </a:rPr>
              <a:t>设平稳随机的自相关序为：                         ，</a:t>
            </a:r>
          </a:p>
          <a:p>
            <a:pPr marL="342900" indent="-342900" eaLnBrk="1" hangingPunct="1">
              <a:lnSpc>
                <a:spcPct val="105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求该随机过程的功率谱。</a:t>
            </a:r>
          </a:p>
          <a:p>
            <a:pPr marL="342900" indent="-342900" eaLnBrk="1" hangingPunct="1">
              <a:lnSpc>
                <a:spcPct val="105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解：随机过程的功率谱为：</a:t>
            </a:r>
          </a:p>
          <a:p>
            <a:pPr marL="342900" indent="-342900" eaLnBrk="1" hangingPunct="1">
              <a:lnSpc>
                <a:spcPct val="10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0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0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0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0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0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05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05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上面求得的</a:t>
            </a:r>
            <a:r>
              <a:rPr lang="zh-CN" altLang="en-US" sz="2800" b="1" dirty="0">
                <a:solidFill>
                  <a:srgbClr val="FF3300"/>
                </a:solidFill>
                <a:latin typeface="微软雅黑" panose="020B0503020204020204" pitchFamily="34" charset="-122"/>
                <a:ea typeface="微软雅黑" panose="020B0503020204020204" pitchFamily="34" charset="-122"/>
              </a:rPr>
              <a:t>功率谱都是实的、非负的偶函数</a:t>
            </a:r>
            <a:r>
              <a:rPr lang="zh-CN" altLang="en-US" sz="2800" b="1" dirty="0">
                <a:solidFill>
                  <a:srgbClr val="000000"/>
                </a:solidFill>
                <a:latin typeface="微软雅黑" panose="020B0503020204020204" pitchFamily="34" charset="-122"/>
                <a:ea typeface="微软雅黑" panose="020B0503020204020204" pitchFamily="34" charset="-122"/>
              </a:rPr>
              <a:t>。</a:t>
            </a:r>
          </a:p>
        </p:txBody>
      </p:sp>
      <p:sp>
        <p:nvSpPr>
          <p:cNvPr id="24585" name="Rectangle 8"/>
          <p:cNvSpPr/>
          <p:nvPr/>
        </p:nvSpPr>
        <p:spPr>
          <a:xfrm>
            <a:off x="0" y="2619375"/>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4578" name="Object 17"/>
          <p:cNvGraphicFramePr>
            <a:graphicFrameLocks noChangeAspect="1"/>
          </p:cNvGraphicFramePr>
          <p:nvPr/>
        </p:nvGraphicFramePr>
        <p:xfrm>
          <a:off x="1414463" y="1987550"/>
          <a:ext cx="5640387" cy="936625"/>
        </p:xfrm>
        <a:graphic>
          <a:graphicData uri="http://schemas.openxmlformats.org/presentationml/2006/ole">
            <mc:AlternateContent xmlns:mc="http://schemas.openxmlformats.org/markup-compatibility/2006">
              <mc:Choice xmlns:v="urn:schemas-microsoft-com:vml" Requires="v">
                <p:oleObj r:id="rId2" imgW="2578100" imgH="431800" progId="Equation.DSMT4">
                  <p:embed/>
                </p:oleObj>
              </mc:Choice>
              <mc:Fallback>
                <p:oleObj r:id="rId2" imgW="2578100" imgH="431800" progId="Equation.DSMT4">
                  <p:embed/>
                  <p:pic>
                    <p:nvPicPr>
                      <p:cNvPr id="0" name="图片 3225"/>
                      <p:cNvPicPr/>
                      <p:nvPr/>
                    </p:nvPicPr>
                    <p:blipFill>
                      <a:blip r:embed="rId3"/>
                      <a:stretch>
                        <a:fillRect/>
                      </a:stretch>
                    </p:blipFill>
                    <p:spPr>
                      <a:xfrm>
                        <a:off x="1414463" y="1987550"/>
                        <a:ext cx="5640387" cy="936625"/>
                      </a:xfrm>
                      <a:prstGeom prst="rect">
                        <a:avLst/>
                      </a:prstGeom>
                      <a:noFill/>
                      <a:ln w="38100">
                        <a:noFill/>
                        <a:miter/>
                      </a:ln>
                    </p:spPr>
                  </p:pic>
                </p:oleObj>
              </mc:Fallback>
            </mc:AlternateContent>
          </a:graphicData>
        </a:graphic>
      </p:graphicFrame>
      <p:graphicFrame>
        <p:nvGraphicFramePr>
          <p:cNvPr id="24579" name="Object 16"/>
          <p:cNvGraphicFramePr>
            <a:graphicFrameLocks noChangeAspect="1"/>
          </p:cNvGraphicFramePr>
          <p:nvPr/>
        </p:nvGraphicFramePr>
        <p:xfrm>
          <a:off x="2555875" y="2779713"/>
          <a:ext cx="4183063" cy="936625"/>
        </p:xfrm>
        <a:graphic>
          <a:graphicData uri="http://schemas.openxmlformats.org/presentationml/2006/ole">
            <mc:AlternateContent xmlns:mc="http://schemas.openxmlformats.org/markup-compatibility/2006">
              <mc:Choice xmlns:v="urn:schemas-microsoft-com:vml" Requires="v">
                <p:oleObj r:id="rId4" imgW="1917700" imgH="431800" progId="Equation.DSMT4">
                  <p:embed/>
                </p:oleObj>
              </mc:Choice>
              <mc:Fallback>
                <p:oleObj r:id="rId4" imgW="1917700" imgH="431800" progId="Equation.DSMT4">
                  <p:embed/>
                  <p:pic>
                    <p:nvPicPr>
                      <p:cNvPr id="0" name="图片 3229"/>
                      <p:cNvPicPr/>
                      <p:nvPr/>
                    </p:nvPicPr>
                    <p:blipFill>
                      <a:blip r:embed="rId5"/>
                      <a:stretch>
                        <a:fillRect/>
                      </a:stretch>
                    </p:blipFill>
                    <p:spPr>
                      <a:xfrm>
                        <a:off x="2555875" y="2779713"/>
                        <a:ext cx="4183063" cy="936625"/>
                      </a:xfrm>
                      <a:prstGeom prst="rect">
                        <a:avLst/>
                      </a:prstGeom>
                      <a:noFill/>
                      <a:ln w="38100">
                        <a:noFill/>
                        <a:miter/>
                      </a:ln>
                    </p:spPr>
                  </p:pic>
                </p:oleObj>
              </mc:Fallback>
            </mc:AlternateContent>
          </a:graphicData>
        </a:graphic>
      </p:graphicFrame>
      <p:graphicFrame>
        <p:nvGraphicFramePr>
          <p:cNvPr id="24580" name="Object 15"/>
          <p:cNvGraphicFramePr>
            <a:graphicFrameLocks noChangeAspect="1"/>
          </p:cNvGraphicFramePr>
          <p:nvPr/>
        </p:nvGraphicFramePr>
        <p:xfrm>
          <a:off x="2563813" y="3571875"/>
          <a:ext cx="3808412" cy="936625"/>
        </p:xfrm>
        <a:graphic>
          <a:graphicData uri="http://schemas.openxmlformats.org/presentationml/2006/ole">
            <mc:AlternateContent xmlns:mc="http://schemas.openxmlformats.org/markup-compatibility/2006">
              <mc:Choice xmlns:v="urn:schemas-microsoft-com:vml" Requires="v">
                <p:oleObj r:id="rId6" imgW="1739900" imgH="431800" progId="Equation.DSMT4">
                  <p:embed/>
                </p:oleObj>
              </mc:Choice>
              <mc:Fallback>
                <p:oleObj r:id="rId6" imgW="1739900" imgH="431800" progId="Equation.DSMT4">
                  <p:embed/>
                  <p:pic>
                    <p:nvPicPr>
                      <p:cNvPr id="0" name="图片 3224"/>
                      <p:cNvPicPr/>
                      <p:nvPr/>
                    </p:nvPicPr>
                    <p:blipFill>
                      <a:blip r:embed="rId7"/>
                      <a:stretch>
                        <a:fillRect/>
                      </a:stretch>
                    </p:blipFill>
                    <p:spPr>
                      <a:xfrm>
                        <a:off x="2563813" y="3571875"/>
                        <a:ext cx="3808412" cy="936625"/>
                      </a:xfrm>
                      <a:prstGeom prst="rect">
                        <a:avLst/>
                      </a:prstGeom>
                      <a:noFill/>
                      <a:ln w="38100">
                        <a:noFill/>
                        <a:miter/>
                      </a:ln>
                    </p:spPr>
                  </p:pic>
                </p:oleObj>
              </mc:Fallback>
            </mc:AlternateContent>
          </a:graphicData>
        </a:graphic>
      </p:graphicFrame>
      <p:graphicFrame>
        <p:nvGraphicFramePr>
          <p:cNvPr id="24581" name="Object 14"/>
          <p:cNvGraphicFramePr>
            <a:graphicFrameLocks noChangeAspect="1"/>
          </p:cNvGraphicFramePr>
          <p:nvPr/>
        </p:nvGraphicFramePr>
        <p:xfrm>
          <a:off x="2555875" y="4303713"/>
          <a:ext cx="3249613" cy="854075"/>
        </p:xfrm>
        <a:graphic>
          <a:graphicData uri="http://schemas.openxmlformats.org/presentationml/2006/ole">
            <mc:AlternateContent xmlns:mc="http://schemas.openxmlformats.org/markup-compatibility/2006">
              <mc:Choice xmlns:v="urn:schemas-microsoft-com:vml" Requires="v">
                <p:oleObj r:id="rId8" imgW="1485900" imgH="393700" progId="Equation.DSMT4">
                  <p:embed/>
                </p:oleObj>
              </mc:Choice>
              <mc:Fallback>
                <p:oleObj r:id="rId8" imgW="1485900" imgH="393700" progId="Equation.DSMT4">
                  <p:embed/>
                  <p:pic>
                    <p:nvPicPr>
                      <p:cNvPr id="0" name="图片 3228"/>
                      <p:cNvPicPr/>
                      <p:nvPr/>
                    </p:nvPicPr>
                    <p:blipFill>
                      <a:blip r:embed="rId9"/>
                      <a:stretch>
                        <a:fillRect/>
                      </a:stretch>
                    </p:blipFill>
                    <p:spPr>
                      <a:xfrm>
                        <a:off x="2555875" y="4303713"/>
                        <a:ext cx="3249613" cy="854075"/>
                      </a:xfrm>
                      <a:prstGeom prst="rect">
                        <a:avLst/>
                      </a:prstGeom>
                      <a:noFill/>
                      <a:ln w="38100">
                        <a:noFill/>
                        <a:miter/>
                      </a:ln>
                    </p:spPr>
                  </p:pic>
                </p:oleObj>
              </mc:Fallback>
            </mc:AlternateContent>
          </a:graphicData>
        </a:graphic>
      </p:graphicFrame>
      <p:graphicFrame>
        <p:nvGraphicFramePr>
          <p:cNvPr id="24582" name="Object 13"/>
          <p:cNvGraphicFramePr>
            <a:graphicFrameLocks noChangeAspect="1"/>
          </p:cNvGraphicFramePr>
          <p:nvPr/>
        </p:nvGraphicFramePr>
        <p:xfrm>
          <a:off x="2555875" y="5033963"/>
          <a:ext cx="2520950" cy="915987"/>
        </p:xfrm>
        <a:graphic>
          <a:graphicData uri="http://schemas.openxmlformats.org/presentationml/2006/ole">
            <mc:AlternateContent xmlns:mc="http://schemas.openxmlformats.org/markup-compatibility/2006">
              <mc:Choice xmlns:v="urn:schemas-microsoft-com:vml" Requires="v">
                <p:oleObj r:id="rId10" imgW="1155700" imgH="419100" progId="Equation.DSMT4">
                  <p:embed/>
                </p:oleObj>
              </mc:Choice>
              <mc:Fallback>
                <p:oleObj r:id="rId10" imgW="1155700" imgH="419100" progId="Equation.DSMT4">
                  <p:embed/>
                  <p:pic>
                    <p:nvPicPr>
                      <p:cNvPr id="0" name="图片 3226"/>
                      <p:cNvPicPr/>
                      <p:nvPr/>
                    </p:nvPicPr>
                    <p:blipFill>
                      <a:blip r:embed="rId11"/>
                      <a:stretch>
                        <a:fillRect/>
                      </a:stretch>
                    </p:blipFill>
                    <p:spPr>
                      <a:xfrm>
                        <a:off x="2555875" y="5033963"/>
                        <a:ext cx="2520950" cy="915987"/>
                      </a:xfrm>
                      <a:prstGeom prst="rect">
                        <a:avLst/>
                      </a:prstGeom>
                      <a:noFill/>
                      <a:ln w="38100">
                        <a:noFill/>
                        <a:miter/>
                      </a:ln>
                    </p:spPr>
                  </p:pic>
                </p:oleObj>
              </mc:Fallback>
            </mc:AlternateContent>
          </a:graphicData>
        </a:graphic>
      </p:graphicFrame>
      <p:sp>
        <p:nvSpPr>
          <p:cNvPr id="24586" name="Rectangle 22"/>
          <p:cNvSpPr/>
          <p:nvPr/>
        </p:nvSpPr>
        <p:spPr>
          <a:xfrm>
            <a:off x="0" y="4057650"/>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4583" name="Object 23"/>
          <p:cNvGraphicFramePr>
            <a:graphicFrameLocks noChangeAspect="1"/>
          </p:cNvGraphicFramePr>
          <p:nvPr/>
        </p:nvGraphicFramePr>
        <p:xfrm>
          <a:off x="6084888" y="549275"/>
          <a:ext cx="2484437" cy="488950"/>
        </p:xfrm>
        <a:graphic>
          <a:graphicData uri="http://schemas.openxmlformats.org/presentationml/2006/ole">
            <mc:AlternateContent xmlns:mc="http://schemas.openxmlformats.org/markup-compatibility/2006">
              <mc:Choice xmlns:v="urn:schemas-microsoft-com:vml" Requires="v">
                <p:oleObj r:id="rId12" imgW="1206500" imgH="241300" progId="Equation.DSMT4">
                  <p:embed/>
                </p:oleObj>
              </mc:Choice>
              <mc:Fallback>
                <p:oleObj r:id="rId12" imgW="1206500" imgH="241300" progId="Equation.DSMT4">
                  <p:embed/>
                  <p:pic>
                    <p:nvPicPr>
                      <p:cNvPr id="0" name="图片 3227"/>
                      <p:cNvPicPr/>
                      <p:nvPr/>
                    </p:nvPicPr>
                    <p:blipFill>
                      <a:blip r:embed="rId13"/>
                      <a:stretch>
                        <a:fillRect/>
                      </a:stretch>
                    </p:blipFill>
                    <p:spPr>
                      <a:xfrm>
                        <a:off x="6084888" y="549275"/>
                        <a:ext cx="2484437" cy="488950"/>
                      </a:xfrm>
                      <a:prstGeom prst="rect">
                        <a:avLst/>
                      </a:prstGeom>
                      <a:noFill/>
                      <a:ln w="38100">
                        <a:noFill/>
                        <a:miter/>
                      </a:ln>
                    </p:spPr>
                  </p:pic>
                </p:oleObj>
              </mc:Fallback>
            </mc:AlternateContent>
          </a:graphicData>
        </a:graphic>
      </p:graphicFrame>
      <p:sp>
        <p:nvSpPr>
          <p:cNvPr id="24587"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29</a:t>
            </a:fld>
            <a:endParaRPr lang="zh-CN" alt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1034"/>
          <p:cNvSpPr>
            <a:spLocks noGrp="1" noRot="1"/>
          </p:cNvSpPr>
          <p:nvPr>
            <p:ph type="title"/>
          </p:nvPr>
        </p:nvSpPr>
        <p:spPr>
          <a:xfrm>
            <a:off x="395288" y="476250"/>
            <a:ext cx="8424862" cy="1584325"/>
          </a:xfrm>
        </p:spPr>
        <p:txBody>
          <a:bodyPr vert="horz" wrap="square" lIns="91440" tIns="45720" rIns="91440" bIns="45720" anchor="ctr" anchorCtr="0"/>
          <a:lstStyle/>
          <a:p>
            <a:pPr algn="l" eaLnBrk="1" hangingPunct="1"/>
            <a:r>
              <a:rPr lang="en-US" altLang="zh-CN" sz="2800" b="1" dirty="0">
                <a:solidFill>
                  <a:srgbClr val="000000"/>
                </a:solidFill>
                <a:latin typeface="微软雅黑" panose="020B0503020204020204" pitchFamily="34" charset="-122"/>
                <a:ea typeface="微软雅黑" panose="020B0503020204020204" pitchFamily="34" charset="-122"/>
              </a:rPr>
              <a:t>§5.7  </a:t>
            </a:r>
            <a:r>
              <a:rPr lang="zh-CN" altLang="en-US" sz="2800" b="1" dirty="0">
                <a:solidFill>
                  <a:srgbClr val="000000"/>
                </a:solidFill>
                <a:latin typeface="微软雅黑" panose="020B0503020204020204" pitchFamily="34" charset="-122"/>
                <a:ea typeface="微软雅黑" panose="020B0503020204020204" pitchFamily="34" charset="-122"/>
              </a:rPr>
              <a:t>离散随机信号通过线性非移变系统</a:t>
            </a:r>
            <a:br>
              <a:rPr lang="zh-CN" altLang="en-US" sz="2800" b="1" dirty="0">
                <a:solidFill>
                  <a:srgbClr val="000000"/>
                </a:solidFill>
                <a:latin typeface="微软雅黑" panose="020B0503020204020204" pitchFamily="34" charset="-122"/>
                <a:ea typeface="微软雅黑" panose="020B0503020204020204" pitchFamily="34" charset="-122"/>
              </a:rPr>
            </a:br>
            <a:r>
              <a:rPr lang="zh-CN" altLang="en-US" sz="2800" b="1" dirty="0">
                <a:solidFill>
                  <a:srgbClr val="000000"/>
                </a:solidFill>
                <a:latin typeface="微软雅黑" panose="020B0503020204020204" pitchFamily="34" charset="-122"/>
                <a:ea typeface="微软雅黑" panose="020B0503020204020204" pitchFamily="34" charset="-122"/>
              </a:rPr>
              <a:t>    </a:t>
            </a:r>
            <a:r>
              <a:rPr lang="en-US" altLang="zh-CN" sz="2800" b="1" dirty="0">
                <a:solidFill>
                  <a:srgbClr val="000000"/>
                </a:solidFill>
                <a:latin typeface="微软雅黑" panose="020B0503020204020204" pitchFamily="34" charset="-122"/>
                <a:ea typeface="微软雅黑" panose="020B0503020204020204" pitchFamily="34" charset="-122"/>
              </a:rPr>
              <a:t>(The Discrete Random Signal through the Linear Shift-invariant  System)</a:t>
            </a:r>
            <a:br>
              <a:rPr lang="en-US" altLang="zh-CN" sz="2000" b="1" dirty="0">
                <a:solidFill>
                  <a:srgbClr val="0000FF"/>
                </a:solidFill>
                <a:latin typeface="Times New Roman" panose="02020603050405020304" pitchFamily="18" charset="0"/>
              </a:rPr>
            </a:br>
            <a:endParaRPr lang="zh-CN" altLang="en-US" sz="2000" b="1" dirty="0">
              <a:solidFill>
                <a:srgbClr val="0000FF"/>
              </a:solidFill>
              <a:latin typeface="Times New Roman" panose="02020603050405020304" pitchFamily="18" charset="0"/>
            </a:endParaRPr>
          </a:p>
        </p:txBody>
      </p:sp>
      <p:sp>
        <p:nvSpPr>
          <p:cNvPr id="25606" name="Rectangle 1035"/>
          <p:cNvSpPr>
            <a:spLocks noGrp="1" noRot="1"/>
          </p:cNvSpPr>
          <p:nvPr>
            <p:ph idx="1"/>
          </p:nvPr>
        </p:nvSpPr>
        <p:spPr>
          <a:xfrm>
            <a:off x="301625" y="2187575"/>
            <a:ext cx="8540750" cy="4194175"/>
          </a:xfrm>
        </p:spPr>
        <p:txBody>
          <a:bodyPr vert="horz" wrap="square" lIns="91440" tIns="45720" rIns="91440" bIns="45720" anchor="t" anchorCtr="0"/>
          <a:lstStyle/>
          <a:p>
            <a:pPr eaLnBrk="1" hangingPunct="1">
              <a:lnSpc>
                <a:spcPct val="130000"/>
              </a:lnSpc>
              <a:buNone/>
            </a:pPr>
            <a:r>
              <a:rPr lang="en-US" altLang="zh-CN" b="1" dirty="0">
                <a:solidFill>
                  <a:srgbClr val="000000"/>
                </a:solidFill>
                <a:latin typeface="微软雅黑" panose="020B0503020204020204" pitchFamily="34" charset="-122"/>
                <a:ea typeface="微软雅黑" panose="020B0503020204020204" pitchFamily="34" charset="-122"/>
              </a:rPr>
              <a:t>5.7.1  </a:t>
            </a:r>
            <a:r>
              <a:rPr lang="zh-CN" altLang="en-US" b="1" dirty="0">
                <a:solidFill>
                  <a:srgbClr val="000000"/>
                </a:solidFill>
                <a:latin typeface="微软雅黑" panose="020B0503020204020204" pitchFamily="34" charset="-122"/>
                <a:ea typeface="微软雅黑" panose="020B0503020204020204" pitchFamily="34" charset="-122"/>
              </a:rPr>
              <a:t>随机信号通过线性非移变系统</a:t>
            </a:r>
            <a:endParaRPr lang="zh-CN" altLang="en-US"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其中离散随机信号      是一个平稳随机过程的一个取</a:t>
            </a:r>
          </a:p>
          <a:p>
            <a:pPr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样序列，      为线性非移变系统的单位取样响应。</a:t>
            </a:r>
          </a:p>
        </p:txBody>
      </p:sp>
      <p:graphicFrame>
        <p:nvGraphicFramePr>
          <p:cNvPr id="25602" name="Object 1036"/>
          <p:cNvGraphicFramePr>
            <a:graphicFrameLocks noChangeAspect="1"/>
          </p:cNvGraphicFramePr>
          <p:nvPr/>
        </p:nvGraphicFramePr>
        <p:xfrm>
          <a:off x="936625" y="2924175"/>
          <a:ext cx="7200900" cy="1182688"/>
        </p:xfrm>
        <a:graphic>
          <a:graphicData uri="http://schemas.openxmlformats.org/presentationml/2006/ole">
            <mc:AlternateContent xmlns:mc="http://schemas.openxmlformats.org/markup-compatibility/2006">
              <mc:Choice xmlns:v="urn:schemas-microsoft-com:vml" Requires="v">
                <p:oleObj r:id="rId2" imgW="2603500" imgH="431800" progId="Equation.DSMT4">
                  <p:embed/>
                </p:oleObj>
              </mc:Choice>
              <mc:Fallback>
                <p:oleObj r:id="rId2" imgW="2603500" imgH="431800" progId="Equation.DSMT4">
                  <p:embed/>
                  <p:pic>
                    <p:nvPicPr>
                      <p:cNvPr id="0" name="图片 3230"/>
                      <p:cNvPicPr/>
                      <p:nvPr/>
                    </p:nvPicPr>
                    <p:blipFill>
                      <a:blip r:embed="rId3"/>
                      <a:stretch>
                        <a:fillRect/>
                      </a:stretch>
                    </p:blipFill>
                    <p:spPr>
                      <a:xfrm>
                        <a:off x="936625" y="2924175"/>
                        <a:ext cx="7200900" cy="1182688"/>
                      </a:xfrm>
                      <a:prstGeom prst="rect">
                        <a:avLst/>
                      </a:prstGeom>
                      <a:noFill/>
                      <a:ln w="38100">
                        <a:noFill/>
                        <a:miter/>
                      </a:ln>
                    </p:spPr>
                  </p:pic>
                </p:oleObj>
              </mc:Fallback>
            </mc:AlternateContent>
          </a:graphicData>
        </a:graphic>
      </p:graphicFrame>
      <p:graphicFrame>
        <p:nvGraphicFramePr>
          <p:cNvPr id="25603" name="Object 1037"/>
          <p:cNvGraphicFramePr>
            <a:graphicFrameLocks noChangeAspect="1"/>
          </p:cNvGraphicFramePr>
          <p:nvPr/>
        </p:nvGraphicFramePr>
        <p:xfrm>
          <a:off x="3203575" y="4327525"/>
          <a:ext cx="622300" cy="396875"/>
        </p:xfrm>
        <a:graphic>
          <a:graphicData uri="http://schemas.openxmlformats.org/presentationml/2006/ole">
            <mc:AlternateContent xmlns:mc="http://schemas.openxmlformats.org/markup-compatibility/2006">
              <mc:Choice xmlns:v="urn:schemas-microsoft-com:vml" Requires="v">
                <p:oleObj r:id="rId4" imgW="317500" imgH="203200" progId="Equation.DSMT4">
                  <p:embed/>
                </p:oleObj>
              </mc:Choice>
              <mc:Fallback>
                <p:oleObj r:id="rId4" imgW="317500" imgH="203200" progId="Equation.DSMT4">
                  <p:embed/>
                  <p:pic>
                    <p:nvPicPr>
                      <p:cNvPr id="0" name="图片 3233"/>
                      <p:cNvPicPr/>
                      <p:nvPr/>
                    </p:nvPicPr>
                    <p:blipFill>
                      <a:blip r:embed="rId5"/>
                      <a:stretch>
                        <a:fillRect/>
                      </a:stretch>
                    </p:blipFill>
                    <p:spPr>
                      <a:xfrm>
                        <a:off x="3203575" y="4327525"/>
                        <a:ext cx="622300" cy="396875"/>
                      </a:xfrm>
                      <a:prstGeom prst="rect">
                        <a:avLst/>
                      </a:prstGeom>
                      <a:noFill/>
                      <a:ln w="38100">
                        <a:noFill/>
                        <a:miter/>
                      </a:ln>
                    </p:spPr>
                  </p:pic>
                </p:oleObj>
              </mc:Fallback>
            </mc:AlternateContent>
          </a:graphicData>
        </a:graphic>
      </p:graphicFrame>
      <p:graphicFrame>
        <p:nvGraphicFramePr>
          <p:cNvPr id="25604" name="Object 1038"/>
          <p:cNvGraphicFramePr>
            <a:graphicFrameLocks noChangeAspect="1"/>
          </p:cNvGraphicFramePr>
          <p:nvPr/>
        </p:nvGraphicFramePr>
        <p:xfrm>
          <a:off x="1763713" y="5013325"/>
          <a:ext cx="622300" cy="396875"/>
        </p:xfrm>
        <a:graphic>
          <a:graphicData uri="http://schemas.openxmlformats.org/presentationml/2006/ole">
            <mc:AlternateContent xmlns:mc="http://schemas.openxmlformats.org/markup-compatibility/2006">
              <mc:Choice xmlns:v="urn:schemas-microsoft-com:vml" Requires="v">
                <p:oleObj r:id="rId6" imgW="317500" imgH="203200" progId="Equation.DSMT4">
                  <p:embed/>
                </p:oleObj>
              </mc:Choice>
              <mc:Fallback>
                <p:oleObj r:id="rId6" imgW="317500" imgH="203200" progId="Equation.DSMT4">
                  <p:embed/>
                  <p:pic>
                    <p:nvPicPr>
                      <p:cNvPr id="0" name="图片 3232"/>
                      <p:cNvPicPr/>
                      <p:nvPr/>
                    </p:nvPicPr>
                    <p:blipFill>
                      <a:blip r:embed="rId7"/>
                      <a:stretch>
                        <a:fillRect/>
                      </a:stretch>
                    </p:blipFill>
                    <p:spPr>
                      <a:xfrm>
                        <a:off x="1763713" y="5013325"/>
                        <a:ext cx="622300" cy="396875"/>
                      </a:xfrm>
                      <a:prstGeom prst="rect">
                        <a:avLst/>
                      </a:prstGeom>
                      <a:noFill/>
                      <a:ln w="38100">
                        <a:noFill/>
                        <a:miter/>
                      </a:ln>
                    </p:spPr>
                  </p:pic>
                </p:oleObj>
              </mc:Fallback>
            </mc:AlternateContent>
          </a:graphicData>
        </a:graphic>
      </p:graphicFrame>
      <p:sp>
        <p:nvSpPr>
          <p:cNvPr id="25607"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30</a:t>
            </a:fld>
            <a:endParaRPr lang="zh-CN" alt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4" name="Rectangle 22"/>
          <p:cNvSpPr>
            <a:spLocks noGrp="1" noRot="1"/>
          </p:cNvSpPr>
          <p:nvPr>
            <p:ph idx="1"/>
          </p:nvPr>
        </p:nvSpPr>
        <p:spPr>
          <a:xfrm>
            <a:off x="323850" y="404813"/>
            <a:ext cx="8540750" cy="5407025"/>
          </a:xfrm>
        </p:spPr>
        <p:txBody>
          <a:bodyPr vert="horz" wrap="square" lIns="91440" tIns="45720" rIns="91440" bIns="45720" anchor="t" anchorCtr="0"/>
          <a:lstStyle/>
          <a:p>
            <a:pPr eaLnBrk="1" hangingPunct="1">
              <a:lnSpc>
                <a:spcPct val="150000"/>
              </a:lnSpc>
              <a:buNone/>
            </a:pPr>
            <a:r>
              <a:rPr lang="en-US" altLang="zh-CN" sz="2800" b="1" dirty="0">
                <a:solidFill>
                  <a:srgbClr val="000000"/>
                </a:solidFill>
                <a:latin typeface="微软雅黑" panose="020B0503020204020204" pitchFamily="34" charset="-122"/>
                <a:ea typeface="微软雅黑" panose="020B0503020204020204" pitchFamily="34" charset="-122"/>
              </a:rPr>
              <a:t>5.7.2  </a:t>
            </a:r>
            <a:r>
              <a:rPr lang="zh-CN" altLang="en-US" sz="2800" b="1" dirty="0">
                <a:solidFill>
                  <a:srgbClr val="000000"/>
                </a:solidFill>
                <a:latin typeface="微软雅黑" panose="020B0503020204020204" pitchFamily="34" charset="-122"/>
                <a:ea typeface="微软雅黑" panose="020B0503020204020204" pitchFamily="34" charset="-122"/>
              </a:rPr>
              <a:t>输出随机过程的均值</a:t>
            </a: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系统的输出响应       是输出随机过程      的一个取样序列，根据遍历性假设，由      求出      的均值为：</a:t>
            </a:r>
          </a:p>
          <a:p>
            <a:pPr eaLnBrk="1" hangingPunct="1">
              <a:lnSpc>
                <a:spcPct val="15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由于                       ，</a:t>
            </a: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故：</a:t>
            </a:r>
          </a:p>
          <a:p>
            <a:pPr eaLnBrk="1" hangingPunct="1">
              <a:lnSpc>
                <a:spcPct val="150000"/>
              </a:lnSpc>
              <a:buNone/>
            </a:pPr>
            <a:r>
              <a:rPr lang="zh-CN" altLang="en-US" sz="2800" b="1" dirty="0">
                <a:solidFill>
                  <a:srgbClr val="000000"/>
                </a:solidFill>
                <a:latin typeface="微软雅黑" panose="020B0503020204020204" pitchFamily="34" charset="-122"/>
                <a:ea typeface="微软雅黑" panose="020B0503020204020204" pitchFamily="34" charset="-122"/>
              </a:rPr>
              <a:t>注：</a:t>
            </a:r>
          </a:p>
        </p:txBody>
      </p:sp>
      <p:graphicFrame>
        <p:nvGraphicFramePr>
          <p:cNvPr id="26626" name="Object 23"/>
          <p:cNvGraphicFramePr>
            <a:graphicFrameLocks noChangeAspect="1"/>
          </p:cNvGraphicFramePr>
          <p:nvPr/>
        </p:nvGraphicFramePr>
        <p:xfrm>
          <a:off x="2916238" y="1341438"/>
          <a:ext cx="622300" cy="395287"/>
        </p:xfrm>
        <a:graphic>
          <a:graphicData uri="http://schemas.openxmlformats.org/presentationml/2006/ole">
            <mc:AlternateContent xmlns:mc="http://schemas.openxmlformats.org/markup-compatibility/2006">
              <mc:Choice xmlns:v="urn:schemas-microsoft-com:vml" Requires="v">
                <p:oleObj r:id="rId2" imgW="317500" imgH="203200" progId="Equation.DSMT4">
                  <p:embed/>
                </p:oleObj>
              </mc:Choice>
              <mc:Fallback>
                <p:oleObj r:id="rId2" imgW="317500" imgH="203200" progId="Equation.DSMT4">
                  <p:embed/>
                  <p:pic>
                    <p:nvPicPr>
                      <p:cNvPr id="0" name="图片 3231"/>
                      <p:cNvPicPr/>
                      <p:nvPr/>
                    </p:nvPicPr>
                    <p:blipFill>
                      <a:blip r:embed="rId3"/>
                      <a:stretch>
                        <a:fillRect/>
                      </a:stretch>
                    </p:blipFill>
                    <p:spPr>
                      <a:xfrm>
                        <a:off x="2916238" y="1341438"/>
                        <a:ext cx="622300" cy="395287"/>
                      </a:xfrm>
                      <a:prstGeom prst="rect">
                        <a:avLst/>
                      </a:prstGeom>
                      <a:noFill/>
                      <a:ln w="38100">
                        <a:noFill/>
                        <a:miter/>
                      </a:ln>
                    </p:spPr>
                  </p:pic>
                </p:oleObj>
              </mc:Fallback>
            </mc:AlternateContent>
          </a:graphicData>
        </a:graphic>
      </p:graphicFrame>
      <p:graphicFrame>
        <p:nvGraphicFramePr>
          <p:cNvPr id="26627" name="Object 24"/>
          <p:cNvGraphicFramePr>
            <a:graphicFrameLocks noChangeAspect="1"/>
          </p:cNvGraphicFramePr>
          <p:nvPr/>
        </p:nvGraphicFramePr>
        <p:xfrm>
          <a:off x="6156325" y="1341438"/>
          <a:ext cx="592138" cy="449262"/>
        </p:xfrm>
        <a:graphic>
          <a:graphicData uri="http://schemas.openxmlformats.org/presentationml/2006/ole">
            <mc:AlternateContent xmlns:mc="http://schemas.openxmlformats.org/markup-compatibility/2006">
              <mc:Choice xmlns:v="urn:schemas-microsoft-com:vml" Requires="v">
                <p:oleObj r:id="rId4" imgW="304800" imgH="228600" progId="Equation.DSMT4">
                  <p:embed/>
                </p:oleObj>
              </mc:Choice>
              <mc:Fallback>
                <p:oleObj r:id="rId4" imgW="304800" imgH="228600" progId="Equation.DSMT4">
                  <p:embed/>
                  <p:pic>
                    <p:nvPicPr>
                      <p:cNvPr id="0" name="图片 3238"/>
                      <p:cNvPicPr/>
                      <p:nvPr/>
                    </p:nvPicPr>
                    <p:blipFill>
                      <a:blip r:embed="rId5"/>
                      <a:stretch>
                        <a:fillRect/>
                      </a:stretch>
                    </p:blipFill>
                    <p:spPr>
                      <a:xfrm>
                        <a:off x="6156325" y="1341438"/>
                        <a:ext cx="592138" cy="449262"/>
                      </a:xfrm>
                      <a:prstGeom prst="rect">
                        <a:avLst/>
                      </a:prstGeom>
                      <a:noFill/>
                      <a:ln w="38100">
                        <a:noFill/>
                        <a:miter/>
                      </a:ln>
                    </p:spPr>
                  </p:pic>
                </p:oleObj>
              </mc:Fallback>
            </mc:AlternateContent>
          </a:graphicData>
        </a:graphic>
      </p:graphicFrame>
      <p:graphicFrame>
        <p:nvGraphicFramePr>
          <p:cNvPr id="26628" name="Object 25"/>
          <p:cNvGraphicFramePr>
            <a:graphicFrameLocks noChangeAspect="1"/>
          </p:cNvGraphicFramePr>
          <p:nvPr/>
        </p:nvGraphicFramePr>
        <p:xfrm>
          <a:off x="5003800" y="1989138"/>
          <a:ext cx="622300" cy="395287"/>
        </p:xfrm>
        <a:graphic>
          <a:graphicData uri="http://schemas.openxmlformats.org/presentationml/2006/ole">
            <mc:AlternateContent xmlns:mc="http://schemas.openxmlformats.org/markup-compatibility/2006">
              <mc:Choice xmlns:v="urn:schemas-microsoft-com:vml" Requires="v">
                <p:oleObj r:id="rId6" imgW="317500" imgH="203200" progId="Equation.DSMT4">
                  <p:embed/>
                </p:oleObj>
              </mc:Choice>
              <mc:Fallback>
                <p:oleObj r:id="rId6" imgW="317500" imgH="203200" progId="Equation.DSMT4">
                  <p:embed/>
                  <p:pic>
                    <p:nvPicPr>
                      <p:cNvPr id="0" name="图片 3245"/>
                      <p:cNvPicPr/>
                      <p:nvPr/>
                    </p:nvPicPr>
                    <p:blipFill>
                      <a:blip r:embed="rId7"/>
                      <a:stretch>
                        <a:fillRect/>
                      </a:stretch>
                    </p:blipFill>
                    <p:spPr>
                      <a:xfrm>
                        <a:off x="5003800" y="1989138"/>
                        <a:ext cx="622300" cy="395287"/>
                      </a:xfrm>
                      <a:prstGeom prst="rect">
                        <a:avLst/>
                      </a:prstGeom>
                      <a:noFill/>
                      <a:ln w="38100">
                        <a:noFill/>
                        <a:miter/>
                      </a:ln>
                    </p:spPr>
                  </p:pic>
                </p:oleObj>
              </mc:Fallback>
            </mc:AlternateContent>
          </a:graphicData>
        </a:graphic>
      </p:graphicFrame>
      <p:graphicFrame>
        <p:nvGraphicFramePr>
          <p:cNvPr id="26629" name="Object 26"/>
          <p:cNvGraphicFramePr>
            <a:graphicFrameLocks noChangeAspect="1"/>
          </p:cNvGraphicFramePr>
          <p:nvPr/>
        </p:nvGraphicFramePr>
        <p:xfrm>
          <a:off x="6372225" y="1916113"/>
          <a:ext cx="593725" cy="449262"/>
        </p:xfrm>
        <a:graphic>
          <a:graphicData uri="http://schemas.openxmlformats.org/presentationml/2006/ole">
            <mc:AlternateContent xmlns:mc="http://schemas.openxmlformats.org/markup-compatibility/2006">
              <mc:Choice xmlns:v="urn:schemas-microsoft-com:vml" Requires="v">
                <p:oleObj r:id="rId8" imgW="304800" imgH="228600" progId="Equation.DSMT4">
                  <p:embed/>
                </p:oleObj>
              </mc:Choice>
              <mc:Fallback>
                <p:oleObj r:id="rId8" imgW="304800" imgH="228600" progId="Equation.DSMT4">
                  <p:embed/>
                  <p:pic>
                    <p:nvPicPr>
                      <p:cNvPr id="0" name="图片 3235"/>
                      <p:cNvPicPr/>
                      <p:nvPr/>
                    </p:nvPicPr>
                    <p:blipFill>
                      <a:blip r:embed="rId9"/>
                      <a:stretch>
                        <a:fillRect/>
                      </a:stretch>
                    </p:blipFill>
                    <p:spPr>
                      <a:xfrm>
                        <a:off x="6372225" y="1916113"/>
                        <a:ext cx="593725" cy="449262"/>
                      </a:xfrm>
                      <a:prstGeom prst="rect">
                        <a:avLst/>
                      </a:prstGeom>
                      <a:noFill/>
                      <a:ln w="38100">
                        <a:noFill/>
                        <a:miter/>
                      </a:ln>
                    </p:spPr>
                  </p:pic>
                </p:oleObj>
              </mc:Fallback>
            </mc:AlternateContent>
          </a:graphicData>
        </a:graphic>
      </p:graphicFrame>
      <p:sp>
        <p:nvSpPr>
          <p:cNvPr id="26635" name="Rectangle 28"/>
          <p:cNvSpPr/>
          <p:nvPr/>
        </p:nvSpPr>
        <p:spPr>
          <a:xfrm>
            <a:off x="180975" y="3214688"/>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6630" name="Object 35"/>
          <p:cNvGraphicFramePr>
            <a:graphicFrameLocks noChangeAspect="1"/>
          </p:cNvGraphicFramePr>
          <p:nvPr/>
        </p:nvGraphicFramePr>
        <p:xfrm>
          <a:off x="1042988" y="2565400"/>
          <a:ext cx="6918325" cy="842963"/>
        </p:xfrm>
        <a:graphic>
          <a:graphicData uri="http://schemas.openxmlformats.org/presentationml/2006/ole">
            <mc:AlternateContent xmlns:mc="http://schemas.openxmlformats.org/markup-compatibility/2006">
              <mc:Choice xmlns:v="urn:schemas-microsoft-com:vml" Requires="v">
                <p:oleObj r:id="rId10" imgW="3517900" imgH="431800" progId="Equation.DSMT4">
                  <p:embed/>
                </p:oleObj>
              </mc:Choice>
              <mc:Fallback>
                <p:oleObj r:id="rId10" imgW="3517900" imgH="431800" progId="Equation.DSMT4">
                  <p:embed/>
                  <p:pic>
                    <p:nvPicPr>
                      <p:cNvPr id="0" name="图片 3240"/>
                      <p:cNvPicPr/>
                      <p:nvPr/>
                    </p:nvPicPr>
                    <p:blipFill>
                      <a:blip r:embed="rId11"/>
                      <a:stretch>
                        <a:fillRect/>
                      </a:stretch>
                    </p:blipFill>
                    <p:spPr>
                      <a:xfrm>
                        <a:off x="1042988" y="2565400"/>
                        <a:ext cx="6918325" cy="842963"/>
                      </a:xfrm>
                      <a:prstGeom prst="rect">
                        <a:avLst/>
                      </a:prstGeom>
                      <a:noFill/>
                      <a:ln w="38100">
                        <a:noFill/>
                        <a:miter/>
                      </a:ln>
                    </p:spPr>
                  </p:pic>
                </p:oleObj>
              </mc:Fallback>
            </mc:AlternateContent>
          </a:graphicData>
        </a:graphic>
      </p:graphicFrame>
      <p:graphicFrame>
        <p:nvGraphicFramePr>
          <p:cNvPr id="26631" name="Object 36"/>
          <p:cNvGraphicFramePr>
            <a:graphicFrameLocks noChangeAspect="1"/>
          </p:cNvGraphicFramePr>
          <p:nvPr/>
        </p:nvGraphicFramePr>
        <p:xfrm>
          <a:off x="1403350" y="3429000"/>
          <a:ext cx="2027238" cy="449263"/>
        </p:xfrm>
        <a:graphic>
          <a:graphicData uri="http://schemas.openxmlformats.org/presentationml/2006/ole">
            <mc:AlternateContent xmlns:mc="http://schemas.openxmlformats.org/markup-compatibility/2006">
              <mc:Choice xmlns:v="urn:schemas-microsoft-com:vml" Requires="v">
                <p:oleObj r:id="rId12" imgW="1028700" imgH="228600" progId="Equation.DSMT4">
                  <p:embed/>
                </p:oleObj>
              </mc:Choice>
              <mc:Fallback>
                <p:oleObj r:id="rId12" imgW="1028700" imgH="228600" progId="Equation.DSMT4">
                  <p:embed/>
                  <p:pic>
                    <p:nvPicPr>
                      <p:cNvPr id="0" name="图片 3234"/>
                      <p:cNvPicPr/>
                      <p:nvPr/>
                    </p:nvPicPr>
                    <p:blipFill>
                      <a:blip r:embed="rId13"/>
                      <a:stretch>
                        <a:fillRect/>
                      </a:stretch>
                    </p:blipFill>
                    <p:spPr>
                      <a:xfrm>
                        <a:off x="1403350" y="3429000"/>
                        <a:ext cx="2027238" cy="449263"/>
                      </a:xfrm>
                      <a:prstGeom prst="rect">
                        <a:avLst/>
                      </a:prstGeom>
                      <a:noFill/>
                      <a:ln w="38100">
                        <a:noFill/>
                        <a:miter/>
                      </a:ln>
                    </p:spPr>
                  </p:pic>
                </p:oleObj>
              </mc:Fallback>
            </mc:AlternateContent>
          </a:graphicData>
        </a:graphic>
      </p:graphicFrame>
      <p:graphicFrame>
        <p:nvGraphicFramePr>
          <p:cNvPr id="26632" name="Object 37"/>
          <p:cNvGraphicFramePr>
            <a:graphicFrameLocks noChangeAspect="1"/>
          </p:cNvGraphicFramePr>
          <p:nvPr/>
        </p:nvGraphicFramePr>
        <p:xfrm>
          <a:off x="1258888" y="4005263"/>
          <a:ext cx="3527425" cy="844550"/>
        </p:xfrm>
        <a:graphic>
          <a:graphicData uri="http://schemas.openxmlformats.org/presentationml/2006/ole">
            <mc:AlternateContent xmlns:mc="http://schemas.openxmlformats.org/markup-compatibility/2006">
              <mc:Choice xmlns:v="urn:schemas-microsoft-com:vml" Requires="v">
                <p:oleObj r:id="rId14" imgW="1790700" imgH="431800" progId="Equation.DSMT4">
                  <p:embed/>
                </p:oleObj>
              </mc:Choice>
              <mc:Fallback>
                <p:oleObj r:id="rId14" imgW="1790700" imgH="431800" progId="Equation.DSMT4">
                  <p:embed/>
                  <p:pic>
                    <p:nvPicPr>
                      <p:cNvPr id="0" name="图片 3239"/>
                      <p:cNvPicPr/>
                      <p:nvPr/>
                    </p:nvPicPr>
                    <p:blipFill>
                      <a:blip r:embed="rId15"/>
                      <a:stretch>
                        <a:fillRect/>
                      </a:stretch>
                    </p:blipFill>
                    <p:spPr>
                      <a:xfrm>
                        <a:off x="1258888" y="4005263"/>
                        <a:ext cx="3527425" cy="844550"/>
                      </a:xfrm>
                      <a:prstGeom prst="rect">
                        <a:avLst/>
                      </a:prstGeom>
                      <a:noFill/>
                      <a:ln w="38100">
                        <a:noFill/>
                        <a:miter/>
                      </a:ln>
                    </p:spPr>
                  </p:pic>
                </p:oleObj>
              </mc:Fallback>
            </mc:AlternateContent>
          </a:graphicData>
        </a:graphic>
      </p:graphicFrame>
      <p:graphicFrame>
        <p:nvGraphicFramePr>
          <p:cNvPr id="26633" name="Object 38"/>
          <p:cNvGraphicFramePr>
            <a:graphicFrameLocks noChangeAspect="1"/>
          </p:cNvGraphicFramePr>
          <p:nvPr/>
        </p:nvGraphicFramePr>
        <p:xfrm>
          <a:off x="1331913" y="4868863"/>
          <a:ext cx="2836862" cy="842962"/>
        </p:xfrm>
        <a:graphic>
          <a:graphicData uri="http://schemas.openxmlformats.org/presentationml/2006/ole">
            <mc:AlternateContent xmlns:mc="http://schemas.openxmlformats.org/markup-compatibility/2006">
              <mc:Choice xmlns:v="urn:schemas-microsoft-com:vml" Requires="v">
                <p:oleObj r:id="rId16" imgW="1435100" imgH="431800" progId="Equation.DSMT4">
                  <p:embed/>
                </p:oleObj>
              </mc:Choice>
              <mc:Fallback>
                <p:oleObj r:id="rId16" imgW="1435100" imgH="431800" progId="Equation.DSMT4">
                  <p:embed/>
                  <p:pic>
                    <p:nvPicPr>
                      <p:cNvPr id="0" name="图片 3241"/>
                      <p:cNvPicPr/>
                      <p:nvPr/>
                    </p:nvPicPr>
                    <p:blipFill>
                      <a:blip r:embed="rId17"/>
                      <a:stretch>
                        <a:fillRect/>
                      </a:stretch>
                    </p:blipFill>
                    <p:spPr>
                      <a:xfrm>
                        <a:off x="1331913" y="4868863"/>
                        <a:ext cx="2836862" cy="842962"/>
                      </a:xfrm>
                      <a:prstGeom prst="rect">
                        <a:avLst/>
                      </a:prstGeom>
                      <a:noFill/>
                      <a:ln w="38100">
                        <a:noFill/>
                        <a:miter/>
                      </a:ln>
                    </p:spPr>
                  </p:pic>
                </p:oleObj>
              </mc:Fallback>
            </mc:AlternateContent>
          </a:graphicData>
        </a:graphic>
      </p:graphicFrame>
      <p:sp>
        <p:nvSpPr>
          <p:cNvPr id="2663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31</a:t>
            </a:fld>
            <a:endParaRPr lang="zh-CN" alt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Rectangle 37"/>
          <p:cNvSpPr>
            <a:spLocks noRot="1"/>
          </p:cNvSpPr>
          <p:nvPr/>
        </p:nvSpPr>
        <p:spPr>
          <a:xfrm>
            <a:off x="323850" y="476250"/>
            <a:ext cx="8540750" cy="5407025"/>
          </a:xfrm>
          <a:prstGeom prst="rect">
            <a:avLst/>
          </a:prstGeom>
          <a:noFill/>
          <a:ln w="9525">
            <a:noFill/>
          </a:ln>
        </p:spPr>
        <p:txBody>
          <a:bodyPr/>
          <a:lstStyle/>
          <a:p>
            <a:pPr marL="342900" indent="-342900" eaLnBrk="1" hangingPunct="1">
              <a:lnSpc>
                <a:spcPct val="150000"/>
              </a:lnSpc>
              <a:spcBef>
                <a:spcPct val="20000"/>
              </a:spcBef>
              <a:buClr>
                <a:schemeClr val="hlink"/>
              </a:buClr>
              <a:buSzPct val="75000"/>
              <a:buFont typeface="Wingdings" panose="05000000000000000000" pitchFamily="2" charset="2"/>
            </a:pPr>
            <a:r>
              <a:rPr lang="en-US" altLang="zh-CN" sz="3200" b="1" dirty="0">
                <a:solidFill>
                  <a:srgbClr val="000000"/>
                </a:solidFill>
                <a:latin typeface="微软雅黑" panose="020B0503020204020204" pitchFamily="34" charset="-122"/>
                <a:ea typeface="微软雅黑" panose="020B0503020204020204" pitchFamily="34" charset="-122"/>
              </a:rPr>
              <a:t>5.7.3  </a:t>
            </a:r>
            <a:r>
              <a:rPr lang="zh-CN" altLang="en-US" sz="3200" b="1" dirty="0">
                <a:solidFill>
                  <a:srgbClr val="000000"/>
                </a:solidFill>
                <a:latin typeface="微软雅黑" panose="020B0503020204020204" pitchFamily="34" charset="-122"/>
                <a:ea typeface="微软雅黑" panose="020B0503020204020204" pitchFamily="34" charset="-122"/>
              </a:rPr>
              <a:t>输出随机过程的自相关序列</a:t>
            </a:r>
          </a:p>
        </p:txBody>
      </p:sp>
      <p:sp>
        <p:nvSpPr>
          <p:cNvPr id="27658" name="Rectangle 39"/>
          <p:cNvSpPr/>
          <p:nvPr/>
        </p:nvSpPr>
        <p:spPr>
          <a:xfrm>
            <a:off x="0" y="0"/>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27650" name="Object 38"/>
          <p:cNvGraphicFramePr>
            <a:graphicFrameLocks noChangeAspect="1"/>
          </p:cNvGraphicFramePr>
          <p:nvPr/>
        </p:nvGraphicFramePr>
        <p:xfrm>
          <a:off x="6516688" y="692150"/>
          <a:ext cx="1676400" cy="492125"/>
        </p:xfrm>
        <a:graphic>
          <a:graphicData uri="http://schemas.openxmlformats.org/presentationml/2006/ole">
            <mc:AlternateContent xmlns:mc="http://schemas.openxmlformats.org/markup-compatibility/2006">
              <mc:Choice xmlns:v="urn:schemas-microsoft-com:vml" Requires="v">
                <p:oleObj r:id="rId2" imgW="812165" imgH="241300" progId="Equation.DSMT4">
                  <p:embed/>
                </p:oleObj>
              </mc:Choice>
              <mc:Fallback>
                <p:oleObj r:id="rId2" imgW="812165" imgH="241300" progId="Equation.DSMT4">
                  <p:embed/>
                  <p:pic>
                    <p:nvPicPr>
                      <p:cNvPr id="0" name="图片 3244"/>
                      <p:cNvPicPr/>
                      <p:nvPr/>
                    </p:nvPicPr>
                    <p:blipFill>
                      <a:blip r:embed="rId3"/>
                      <a:stretch>
                        <a:fillRect/>
                      </a:stretch>
                    </p:blipFill>
                    <p:spPr>
                      <a:xfrm>
                        <a:off x="6516688" y="692150"/>
                        <a:ext cx="1676400" cy="492125"/>
                      </a:xfrm>
                      <a:prstGeom prst="rect">
                        <a:avLst/>
                      </a:prstGeom>
                      <a:noFill/>
                      <a:ln w="38100">
                        <a:noFill/>
                        <a:miter/>
                      </a:ln>
                    </p:spPr>
                  </p:pic>
                </p:oleObj>
              </mc:Fallback>
            </mc:AlternateContent>
          </a:graphicData>
        </a:graphic>
      </p:graphicFrame>
      <p:graphicFrame>
        <p:nvGraphicFramePr>
          <p:cNvPr id="27651" name="Object 44"/>
          <p:cNvGraphicFramePr>
            <a:graphicFrameLocks noChangeAspect="1"/>
          </p:cNvGraphicFramePr>
          <p:nvPr/>
        </p:nvGraphicFramePr>
        <p:xfrm>
          <a:off x="539750" y="1844675"/>
          <a:ext cx="4581525" cy="558800"/>
        </p:xfrm>
        <a:graphic>
          <a:graphicData uri="http://schemas.openxmlformats.org/presentationml/2006/ole">
            <mc:AlternateContent xmlns:mc="http://schemas.openxmlformats.org/markup-compatibility/2006">
              <mc:Choice xmlns:v="urn:schemas-microsoft-com:vml" Requires="v">
                <p:oleObj r:id="rId4" imgW="1955800" imgH="241300" progId="Equation.DSMT4">
                  <p:embed/>
                </p:oleObj>
              </mc:Choice>
              <mc:Fallback>
                <p:oleObj r:id="rId4" imgW="1955800" imgH="241300" progId="Equation.DSMT4">
                  <p:embed/>
                  <p:pic>
                    <p:nvPicPr>
                      <p:cNvPr id="0" name="图片 3236"/>
                      <p:cNvPicPr/>
                      <p:nvPr/>
                    </p:nvPicPr>
                    <p:blipFill>
                      <a:blip r:embed="rId5"/>
                      <a:stretch>
                        <a:fillRect/>
                      </a:stretch>
                    </p:blipFill>
                    <p:spPr>
                      <a:xfrm>
                        <a:off x="539750" y="1844675"/>
                        <a:ext cx="4581525" cy="558800"/>
                      </a:xfrm>
                      <a:prstGeom prst="rect">
                        <a:avLst/>
                      </a:prstGeom>
                      <a:noFill/>
                      <a:ln w="38100">
                        <a:noFill/>
                        <a:miter/>
                      </a:ln>
                    </p:spPr>
                  </p:pic>
                </p:oleObj>
              </mc:Fallback>
            </mc:AlternateContent>
          </a:graphicData>
        </a:graphic>
      </p:graphicFrame>
      <p:graphicFrame>
        <p:nvGraphicFramePr>
          <p:cNvPr id="27652" name="Object 43"/>
          <p:cNvGraphicFramePr>
            <a:graphicFrameLocks noChangeAspect="1"/>
          </p:cNvGraphicFramePr>
          <p:nvPr/>
        </p:nvGraphicFramePr>
        <p:xfrm>
          <a:off x="2484438" y="2212975"/>
          <a:ext cx="6159500" cy="1071563"/>
        </p:xfrm>
        <a:graphic>
          <a:graphicData uri="http://schemas.openxmlformats.org/presentationml/2006/ole">
            <mc:AlternateContent xmlns:mc="http://schemas.openxmlformats.org/markup-compatibility/2006">
              <mc:Choice xmlns:v="urn:schemas-microsoft-com:vml" Requires="v">
                <p:oleObj r:id="rId6" imgW="2628900" imgH="457200" progId="Equation.DSMT4">
                  <p:embed/>
                </p:oleObj>
              </mc:Choice>
              <mc:Fallback>
                <p:oleObj r:id="rId6" imgW="2628900" imgH="457200" progId="Equation.DSMT4">
                  <p:embed/>
                  <p:pic>
                    <p:nvPicPr>
                      <p:cNvPr id="0" name="图片 3247"/>
                      <p:cNvPicPr/>
                      <p:nvPr/>
                    </p:nvPicPr>
                    <p:blipFill>
                      <a:blip r:embed="rId7"/>
                      <a:stretch>
                        <a:fillRect/>
                      </a:stretch>
                    </p:blipFill>
                    <p:spPr>
                      <a:xfrm>
                        <a:off x="2484438" y="2212975"/>
                        <a:ext cx="6159500" cy="1071563"/>
                      </a:xfrm>
                      <a:prstGeom prst="rect">
                        <a:avLst/>
                      </a:prstGeom>
                      <a:noFill/>
                      <a:ln w="38100">
                        <a:noFill/>
                        <a:miter/>
                      </a:ln>
                    </p:spPr>
                  </p:pic>
                </p:oleObj>
              </mc:Fallback>
            </mc:AlternateContent>
          </a:graphicData>
        </a:graphic>
      </p:graphicFrame>
      <p:graphicFrame>
        <p:nvGraphicFramePr>
          <p:cNvPr id="27653" name="Object 42"/>
          <p:cNvGraphicFramePr>
            <a:graphicFrameLocks noChangeAspect="1"/>
          </p:cNvGraphicFramePr>
          <p:nvPr/>
        </p:nvGraphicFramePr>
        <p:xfrm>
          <a:off x="2484438" y="3213100"/>
          <a:ext cx="6045200" cy="1003300"/>
        </p:xfrm>
        <a:graphic>
          <a:graphicData uri="http://schemas.openxmlformats.org/presentationml/2006/ole">
            <mc:AlternateContent xmlns:mc="http://schemas.openxmlformats.org/markup-compatibility/2006">
              <mc:Choice xmlns:v="urn:schemas-microsoft-com:vml" Requires="v">
                <p:oleObj r:id="rId8" imgW="2578100" imgH="431800" progId="Equation.DSMT4">
                  <p:embed/>
                </p:oleObj>
              </mc:Choice>
              <mc:Fallback>
                <p:oleObj r:id="rId8" imgW="2578100" imgH="431800" progId="Equation.DSMT4">
                  <p:embed/>
                  <p:pic>
                    <p:nvPicPr>
                      <p:cNvPr id="0" name="图片 3237"/>
                      <p:cNvPicPr/>
                      <p:nvPr/>
                    </p:nvPicPr>
                    <p:blipFill>
                      <a:blip r:embed="rId9"/>
                      <a:stretch>
                        <a:fillRect/>
                      </a:stretch>
                    </p:blipFill>
                    <p:spPr>
                      <a:xfrm>
                        <a:off x="2484438" y="3213100"/>
                        <a:ext cx="6045200" cy="1003300"/>
                      </a:xfrm>
                      <a:prstGeom prst="rect">
                        <a:avLst/>
                      </a:prstGeom>
                      <a:noFill/>
                      <a:ln w="38100">
                        <a:noFill/>
                        <a:miter/>
                      </a:ln>
                    </p:spPr>
                  </p:pic>
                </p:oleObj>
              </mc:Fallback>
            </mc:AlternateContent>
          </a:graphicData>
        </a:graphic>
      </p:graphicFrame>
      <p:graphicFrame>
        <p:nvGraphicFramePr>
          <p:cNvPr id="27654" name="Object 41"/>
          <p:cNvGraphicFramePr>
            <a:graphicFrameLocks noChangeAspect="1"/>
          </p:cNvGraphicFramePr>
          <p:nvPr/>
        </p:nvGraphicFramePr>
        <p:xfrm>
          <a:off x="2501900" y="4225925"/>
          <a:ext cx="4662488" cy="1003300"/>
        </p:xfrm>
        <a:graphic>
          <a:graphicData uri="http://schemas.openxmlformats.org/presentationml/2006/ole">
            <mc:AlternateContent xmlns:mc="http://schemas.openxmlformats.org/markup-compatibility/2006">
              <mc:Choice xmlns:v="urn:schemas-microsoft-com:vml" Requires="v">
                <p:oleObj r:id="rId10" imgW="1993900" imgH="431800" progId="Equation.DSMT4">
                  <p:embed/>
                </p:oleObj>
              </mc:Choice>
              <mc:Fallback>
                <p:oleObj r:id="rId10" imgW="1993900" imgH="431800" progId="Equation.DSMT4">
                  <p:embed/>
                  <p:pic>
                    <p:nvPicPr>
                      <p:cNvPr id="0" name="图片 3242"/>
                      <p:cNvPicPr/>
                      <p:nvPr/>
                    </p:nvPicPr>
                    <p:blipFill>
                      <a:blip r:embed="rId11"/>
                      <a:stretch>
                        <a:fillRect/>
                      </a:stretch>
                    </p:blipFill>
                    <p:spPr>
                      <a:xfrm>
                        <a:off x="2501900" y="4225925"/>
                        <a:ext cx="4662488" cy="1003300"/>
                      </a:xfrm>
                      <a:prstGeom prst="rect">
                        <a:avLst/>
                      </a:prstGeom>
                      <a:noFill/>
                      <a:ln w="38100">
                        <a:noFill/>
                        <a:miter/>
                      </a:ln>
                    </p:spPr>
                  </p:pic>
                </p:oleObj>
              </mc:Fallback>
            </mc:AlternateContent>
          </a:graphicData>
        </a:graphic>
      </p:graphicFrame>
      <p:graphicFrame>
        <p:nvGraphicFramePr>
          <p:cNvPr id="27655" name="Object 40"/>
          <p:cNvGraphicFramePr>
            <a:graphicFrameLocks noChangeAspect="1"/>
          </p:cNvGraphicFramePr>
          <p:nvPr/>
        </p:nvGraphicFramePr>
        <p:xfrm>
          <a:off x="539750" y="5305425"/>
          <a:ext cx="5726113" cy="1003300"/>
        </p:xfrm>
        <a:graphic>
          <a:graphicData uri="http://schemas.openxmlformats.org/presentationml/2006/ole">
            <mc:AlternateContent xmlns:mc="http://schemas.openxmlformats.org/markup-compatibility/2006">
              <mc:Choice xmlns:v="urn:schemas-microsoft-com:vml" Requires="v">
                <p:oleObj r:id="rId12" imgW="2451100" imgH="431800" progId="Equation.DSMT4">
                  <p:embed/>
                </p:oleObj>
              </mc:Choice>
              <mc:Fallback>
                <p:oleObj r:id="rId12" imgW="2451100" imgH="431800" progId="Equation.DSMT4">
                  <p:embed/>
                  <p:pic>
                    <p:nvPicPr>
                      <p:cNvPr id="0" name="图片 3243"/>
                      <p:cNvPicPr/>
                      <p:nvPr/>
                    </p:nvPicPr>
                    <p:blipFill>
                      <a:blip r:embed="rId13"/>
                      <a:stretch>
                        <a:fillRect/>
                      </a:stretch>
                    </p:blipFill>
                    <p:spPr>
                      <a:xfrm>
                        <a:off x="539750" y="5305425"/>
                        <a:ext cx="5726113" cy="1003300"/>
                      </a:xfrm>
                      <a:prstGeom prst="rect">
                        <a:avLst/>
                      </a:prstGeom>
                      <a:noFill/>
                      <a:ln w="38100">
                        <a:noFill/>
                        <a:miter/>
                      </a:ln>
                    </p:spPr>
                  </p:pic>
                </p:oleObj>
              </mc:Fallback>
            </mc:AlternateContent>
          </a:graphicData>
        </a:graphic>
      </p:graphicFrame>
      <p:sp>
        <p:nvSpPr>
          <p:cNvPr id="27659" name="Rectangle 45"/>
          <p:cNvSpPr/>
          <p:nvPr/>
        </p:nvSpPr>
        <p:spPr>
          <a:xfrm>
            <a:off x="0" y="2438400"/>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7660" name="Rectangle 47"/>
          <p:cNvSpPr/>
          <p:nvPr/>
        </p:nvSpPr>
        <p:spPr>
          <a:xfrm>
            <a:off x="0" y="3133725"/>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27661"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32</a:t>
            </a:fld>
            <a:endParaRPr lang="zh-CN" altLang="en-US" sz="1400" dirty="0"/>
          </a:p>
        </p:txBody>
      </p:sp>
      <p:sp>
        <p:nvSpPr>
          <p:cNvPr id="27662" name="矩形 12"/>
          <p:cNvSpPr/>
          <p:nvPr/>
        </p:nvSpPr>
        <p:spPr>
          <a:xfrm>
            <a:off x="539750" y="1268413"/>
            <a:ext cx="3240088" cy="460375"/>
          </a:xfrm>
          <a:prstGeom prst="rect">
            <a:avLst/>
          </a:prstGeom>
          <a:noFill/>
          <a:ln w="9525">
            <a:noFill/>
          </a:ln>
        </p:spPr>
        <p:txBody>
          <a:bodyPr>
            <a:spAutoFit/>
          </a:bodyPr>
          <a:lstStyle/>
          <a:p>
            <a:r>
              <a:rPr lang="zh-CN" altLang="en-US" sz="2400" b="1" dirty="0">
                <a:solidFill>
                  <a:srgbClr val="000000"/>
                </a:solidFill>
                <a:latin typeface="微软雅黑" panose="020B0503020204020204" pitchFamily="34" charset="-122"/>
                <a:ea typeface="微软雅黑" panose="020B0503020204020204" pitchFamily="34" charset="-122"/>
              </a:rPr>
              <a:t>设        是</a:t>
            </a: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FF3300"/>
                </a:solidFill>
                <a:latin typeface="微软雅黑" panose="020B0503020204020204" pitchFamily="34" charset="-122"/>
                <a:ea typeface="微软雅黑" panose="020B0503020204020204" pitchFamily="34" charset="-122"/>
              </a:rPr>
              <a:t>实</a:t>
            </a:r>
            <a:r>
              <a:rPr lang="zh-CN" altLang="en-US" sz="2400" b="1" dirty="0">
                <a:solidFill>
                  <a:srgbClr val="000000"/>
                </a:solidFill>
                <a:latin typeface="微软雅黑" panose="020B0503020204020204" pitchFamily="34" charset="-122"/>
                <a:ea typeface="微软雅黑" panose="020B0503020204020204" pitchFamily="34" charset="-122"/>
              </a:rPr>
              <a:t>序列，</a:t>
            </a:r>
            <a:endParaRPr lang="zh-CN" altLang="en-US" sz="2400" dirty="0">
              <a:solidFill>
                <a:srgbClr val="000000"/>
              </a:solidFill>
              <a:latin typeface="微软雅黑" panose="020B0503020204020204" pitchFamily="34" charset="-122"/>
              <a:ea typeface="微软雅黑" panose="020B0503020204020204" pitchFamily="34" charset="-122"/>
            </a:endParaRPr>
          </a:p>
        </p:txBody>
      </p:sp>
      <p:graphicFrame>
        <p:nvGraphicFramePr>
          <p:cNvPr id="27656" name="Object 3"/>
          <p:cNvGraphicFramePr>
            <a:graphicFrameLocks noChangeAspect="1"/>
          </p:cNvGraphicFramePr>
          <p:nvPr/>
        </p:nvGraphicFramePr>
        <p:xfrm>
          <a:off x="971550" y="1340803"/>
          <a:ext cx="644525" cy="411162"/>
        </p:xfrm>
        <a:graphic>
          <a:graphicData uri="http://schemas.openxmlformats.org/presentationml/2006/ole">
            <mc:AlternateContent xmlns:mc="http://schemas.openxmlformats.org/markup-compatibility/2006">
              <mc:Choice xmlns:v="urn:schemas-microsoft-com:vml" Requires="v">
                <p:oleObj r:id="rId14" imgW="317500" imgH="203200" progId="Equation.DSMT4">
                  <p:embed/>
                </p:oleObj>
              </mc:Choice>
              <mc:Fallback>
                <p:oleObj r:id="rId14" imgW="317500" imgH="203200" progId="Equation.DSMT4">
                  <p:embed/>
                  <p:pic>
                    <p:nvPicPr>
                      <p:cNvPr id="0" name="图片 3246"/>
                      <p:cNvPicPr/>
                      <p:nvPr/>
                    </p:nvPicPr>
                    <p:blipFill>
                      <a:blip r:embed="rId15"/>
                      <a:stretch>
                        <a:fillRect/>
                      </a:stretch>
                    </p:blipFill>
                    <p:spPr>
                      <a:xfrm>
                        <a:off x="971550" y="1340803"/>
                        <a:ext cx="644525" cy="411162"/>
                      </a:xfrm>
                      <a:prstGeom prst="rect">
                        <a:avLst/>
                      </a:prstGeom>
                      <a:noFill/>
                      <a:ln w="38100">
                        <a:noFill/>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1055"/>
          <p:cNvSpPr/>
          <p:nvPr/>
        </p:nvSpPr>
        <p:spPr>
          <a:xfrm>
            <a:off x="250825" y="338138"/>
            <a:ext cx="8642350" cy="5638800"/>
          </a:xfrm>
          <a:prstGeom prst="rect">
            <a:avLst/>
          </a:prstGeom>
          <a:noFill/>
          <a:ln w="9525">
            <a:noFill/>
          </a:ln>
        </p:spPr>
        <p:txBody>
          <a:bodyPr anchor="ctr" anchorCtr="0">
            <a:spAutoFit/>
          </a:bodyPr>
          <a:lstStyle/>
          <a:p>
            <a:pPr eaLnBrk="1" hangingPunct="1">
              <a:lnSpc>
                <a:spcPct val="130000"/>
              </a:lnSpc>
            </a:pPr>
            <a:r>
              <a:rPr lang="zh-CN" altLang="en-US" sz="2800" b="1" dirty="0">
                <a:solidFill>
                  <a:srgbClr val="000000"/>
                </a:solidFill>
                <a:latin typeface="微软雅黑" panose="020B0503020204020204" pitchFamily="34" charset="-122"/>
                <a:ea typeface="微软雅黑" panose="020B0503020204020204" pitchFamily="34" charset="-122"/>
              </a:rPr>
              <a:t>输出随机过程的均值为常数，其自相关序列只与时间差有关，所以它是一个平稳随机过程。令</a:t>
            </a:r>
          </a:p>
          <a:p>
            <a:pPr eaLnBrk="1" hangingPunct="1">
              <a:lnSpc>
                <a:spcPct val="130000"/>
              </a:lnSpc>
            </a:pPr>
            <a:r>
              <a:rPr lang="zh-CN" altLang="en-US" sz="2800" b="1" dirty="0">
                <a:solidFill>
                  <a:srgbClr val="000000"/>
                </a:solidFill>
                <a:latin typeface="微软雅黑" panose="020B0503020204020204" pitchFamily="34" charset="-122"/>
                <a:ea typeface="微软雅黑" panose="020B0503020204020204" pitchFamily="34" charset="-122"/>
              </a:rPr>
              <a:t>上式可以写成：</a:t>
            </a:r>
          </a:p>
          <a:p>
            <a:pPr eaLnBrk="1" hangingPunct="1">
              <a:lnSpc>
                <a:spcPct val="130000"/>
              </a:lnSpc>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pPr>
            <a:endParaRPr lang="en-US" altLang="zh-CN"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pPr>
            <a:r>
              <a:rPr lang="zh-CN" altLang="en-US" sz="2800" b="1" dirty="0">
                <a:solidFill>
                  <a:srgbClr val="000000"/>
                </a:solidFill>
                <a:latin typeface="微软雅黑" panose="020B0503020204020204" pitchFamily="34" charset="-122"/>
                <a:ea typeface="微软雅黑" panose="020B0503020204020204" pitchFamily="34" charset="-122"/>
              </a:rPr>
              <a:t>式中：</a:t>
            </a:r>
          </a:p>
          <a:p>
            <a:pPr eaLnBrk="1" hangingPunct="1">
              <a:lnSpc>
                <a:spcPct val="130000"/>
              </a:lnSpc>
            </a:pPr>
            <a:r>
              <a:rPr lang="zh-CN" altLang="en-US" sz="2800" b="1" dirty="0">
                <a:solidFill>
                  <a:srgbClr val="000000"/>
                </a:solidFill>
                <a:latin typeface="微软雅黑" panose="020B0503020204020204" pitchFamily="34" charset="-122"/>
                <a:ea typeface="微软雅黑" panose="020B0503020204020204" pitchFamily="34" charset="-122"/>
              </a:rPr>
              <a:t>是系统单位冲激响应的自相关序列（确定信号）。</a:t>
            </a:r>
          </a:p>
        </p:txBody>
      </p:sp>
      <p:graphicFrame>
        <p:nvGraphicFramePr>
          <p:cNvPr id="28674" name="Object 1054"/>
          <p:cNvGraphicFramePr>
            <a:graphicFrameLocks noChangeAspect="1"/>
          </p:cNvGraphicFramePr>
          <p:nvPr/>
        </p:nvGraphicFramePr>
        <p:xfrm>
          <a:off x="6948488" y="1052513"/>
          <a:ext cx="1152525" cy="390525"/>
        </p:xfrm>
        <a:graphic>
          <a:graphicData uri="http://schemas.openxmlformats.org/presentationml/2006/ole">
            <mc:AlternateContent xmlns:mc="http://schemas.openxmlformats.org/markup-compatibility/2006">
              <mc:Choice xmlns:v="urn:schemas-microsoft-com:vml" Requires="v">
                <p:oleObj r:id="rId2" imgW="532765" imgH="177800" progId="Equation.DSMT4">
                  <p:embed/>
                </p:oleObj>
              </mc:Choice>
              <mc:Fallback>
                <p:oleObj r:id="rId2" imgW="532765" imgH="177800" progId="Equation.DSMT4">
                  <p:embed/>
                  <p:pic>
                    <p:nvPicPr>
                      <p:cNvPr id="0" name="图片 3248"/>
                      <p:cNvPicPr/>
                      <p:nvPr/>
                    </p:nvPicPr>
                    <p:blipFill>
                      <a:blip r:embed="rId3"/>
                      <a:stretch>
                        <a:fillRect/>
                      </a:stretch>
                    </p:blipFill>
                    <p:spPr>
                      <a:xfrm>
                        <a:off x="6948488" y="1052513"/>
                        <a:ext cx="1152525" cy="390525"/>
                      </a:xfrm>
                      <a:prstGeom prst="rect">
                        <a:avLst/>
                      </a:prstGeom>
                      <a:noFill/>
                      <a:ln w="38100">
                        <a:noFill/>
                        <a:miter/>
                      </a:ln>
                    </p:spPr>
                  </p:pic>
                </p:oleObj>
              </mc:Fallback>
            </mc:AlternateContent>
          </a:graphicData>
        </a:graphic>
      </p:graphicFrame>
      <p:graphicFrame>
        <p:nvGraphicFramePr>
          <p:cNvPr id="28675" name="Object 1053"/>
          <p:cNvGraphicFramePr>
            <a:graphicFrameLocks noChangeAspect="1"/>
          </p:cNvGraphicFramePr>
          <p:nvPr/>
        </p:nvGraphicFramePr>
        <p:xfrm>
          <a:off x="279400" y="2133600"/>
          <a:ext cx="8689975" cy="1000125"/>
        </p:xfrm>
        <a:graphic>
          <a:graphicData uri="http://schemas.openxmlformats.org/presentationml/2006/ole">
            <mc:AlternateContent xmlns:mc="http://schemas.openxmlformats.org/markup-compatibility/2006">
              <mc:Choice xmlns:v="urn:schemas-microsoft-com:vml" Requires="v">
                <p:oleObj r:id="rId4" imgW="3721100" imgH="431800" progId="Equation.DSMT4">
                  <p:embed/>
                </p:oleObj>
              </mc:Choice>
              <mc:Fallback>
                <p:oleObj r:id="rId4" imgW="3721100" imgH="431800" progId="Equation.DSMT4">
                  <p:embed/>
                  <p:pic>
                    <p:nvPicPr>
                      <p:cNvPr id="0" name="图片 3250"/>
                      <p:cNvPicPr/>
                      <p:nvPr/>
                    </p:nvPicPr>
                    <p:blipFill>
                      <a:blip r:embed="rId5"/>
                      <a:stretch>
                        <a:fillRect/>
                      </a:stretch>
                    </p:blipFill>
                    <p:spPr>
                      <a:xfrm>
                        <a:off x="279400" y="2133600"/>
                        <a:ext cx="8689975" cy="1000125"/>
                      </a:xfrm>
                      <a:prstGeom prst="rect">
                        <a:avLst/>
                      </a:prstGeom>
                      <a:noFill/>
                      <a:ln w="38100">
                        <a:noFill/>
                        <a:miter/>
                      </a:ln>
                    </p:spPr>
                  </p:pic>
                </p:oleObj>
              </mc:Fallback>
            </mc:AlternateContent>
          </a:graphicData>
        </a:graphic>
      </p:graphicFrame>
      <p:graphicFrame>
        <p:nvGraphicFramePr>
          <p:cNvPr id="28676" name="Object 1052"/>
          <p:cNvGraphicFramePr>
            <a:graphicFrameLocks noChangeAspect="1"/>
          </p:cNvGraphicFramePr>
          <p:nvPr/>
        </p:nvGraphicFramePr>
        <p:xfrm>
          <a:off x="1331913" y="3360738"/>
          <a:ext cx="7272337" cy="644525"/>
        </p:xfrm>
        <a:graphic>
          <a:graphicData uri="http://schemas.openxmlformats.org/presentationml/2006/ole">
            <mc:AlternateContent xmlns:mc="http://schemas.openxmlformats.org/markup-compatibility/2006">
              <mc:Choice xmlns:v="urn:schemas-microsoft-com:vml" Requires="v">
                <p:oleObj r:id="rId6" imgW="2578100" imgH="228600" progId="Equation.DSMT4">
                  <p:embed/>
                </p:oleObj>
              </mc:Choice>
              <mc:Fallback>
                <p:oleObj r:id="rId6" imgW="2578100" imgH="228600" progId="Equation.DSMT4">
                  <p:embed/>
                  <p:pic>
                    <p:nvPicPr>
                      <p:cNvPr id="0" name="图片 3259"/>
                      <p:cNvPicPr/>
                      <p:nvPr/>
                    </p:nvPicPr>
                    <p:blipFill>
                      <a:blip r:embed="rId7"/>
                      <a:stretch>
                        <a:fillRect/>
                      </a:stretch>
                    </p:blipFill>
                    <p:spPr>
                      <a:xfrm>
                        <a:off x="1331913" y="3360738"/>
                        <a:ext cx="7272337" cy="644525"/>
                      </a:xfrm>
                      <a:prstGeom prst="rect">
                        <a:avLst/>
                      </a:prstGeom>
                      <a:noFill/>
                      <a:ln w="38100">
                        <a:noFill/>
                        <a:miter/>
                      </a:ln>
                    </p:spPr>
                  </p:pic>
                </p:oleObj>
              </mc:Fallback>
            </mc:AlternateContent>
          </a:graphicData>
        </a:graphic>
      </p:graphicFrame>
      <p:graphicFrame>
        <p:nvGraphicFramePr>
          <p:cNvPr id="28677" name="Object 1051"/>
          <p:cNvGraphicFramePr>
            <a:graphicFrameLocks noChangeAspect="1"/>
          </p:cNvGraphicFramePr>
          <p:nvPr/>
        </p:nvGraphicFramePr>
        <p:xfrm>
          <a:off x="1403350" y="4221163"/>
          <a:ext cx="4752975" cy="873125"/>
        </p:xfrm>
        <a:graphic>
          <a:graphicData uri="http://schemas.openxmlformats.org/presentationml/2006/ole">
            <mc:AlternateContent xmlns:mc="http://schemas.openxmlformats.org/markup-compatibility/2006">
              <mc:Choice xmlns:v="urn:schemas-microsoft-com:vml" Requires="v">
                <p:oleObj r:id="rId8" imgW="2336800" imgH="431800" progId="Equation.DSMT4">
                  <p:embed/>
                </p:oleObj>
              </mc:Choice>
              <mc:Fallback>
                <p:oleObj r:id="rId8" imgW="2336800" imgH="431800" progId="Equation.DSMT4">
                  <p:embed/>
                  <p:pic>
                    <p:nvPicPr>
                      <p:cNvPr id="0" name="图片 3255"/>
                      <p:cNvPicPr/>
                      <p:nvPr/>
                    </p:nvPicPr>
                    <p:blipFill>
                      <a:blip r:embed="rId9"/>
                      <a:stretch>
                        <a:fillRect/>
                      </a:stretch>
                    </p:blipFill>
                    <p:spPr>
                      <a:xfrm>
                        <a:off x="1403350" y="4221163"/>
                        <a:ext cx="4752975" cy="873125"/>
                      </a:xfrm>
                      <a:prstGeom prst="rect">
                        <a:avLst/>
                      </a:prstGeom>
                      <a:noFill/>
                      <a:ln w="38100">
                        <a:noFill/>
                        <a:miter/>
                      </a:ln>
                    </p:spPr>
                  </p:pic>
                </p:oleObj>
              </mc:Fallback>
            </mc:AlternateContent>
          </a:graphicData>
        </a:graphic>
      </p:graphicFrame>
      <p:sp>
        <p:nvSpPr>
          <p:cNvPr id="28679"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33</a:t>
            </a:fld>
            <a:endParaRPr lang="zh-CN" alt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34</a:t>
            </a:fld>
            <a:endParaRPr lang="zh-CN" altLang="en-US" sz="1400" dirty="0"/>
          </a:p>
        </p:txBody>
      </p:sp>
      <p:pic>
        <p:nvPicPr>
          <p:cNvPr id="29700" name="Picture 8"/>
          <p:cNvPicPr>
            <a:picLocks noChangeAspect="1"/>
          </p:cNvPicPr>
          <p:nvPr/>
        </p:nvPicPr>
        <p:blipFill>
          <a:blip r:embed="rId2"/>
          <a:stretch>
            <a:fillRect/>
          </a:stretch>
        </p:blipFill>
        <p:spPr>
          <a:xfrm>
            <a:off x="3851275" y="549275"/>
            <a:ext cx="4676775" cy="581025"/>
          </a:xfrm>
          <a:prstGeom prst="rect">
            <a:avLst/>
          </a:prstGeom>
          <a:noFill/>
          <a:ln w="9525">
            <a:noFill/>
          </a:ln>
        </p:spPr>
      </p:pic>
      <p:sp>
        <p:nvSpPr>
          <p:cNvPr id="29701" name="矩形 3"/>
          <p:cNvSpPr/>
          <p:nvPr/>
        </p:nvSpPr>
        <p:spPr>
          <a:xfrm>
            <a:off x="179388" y="549275"/>
            <a:ext cx="3600450" cy="522288"/>
          </a:xfrm>
          <a:prstGeom prst="rect">
            <a:avLst/>
          </a:prstGeom>
          <a:noFill/>
          <a:ln w="9525">
            <a:noFill/>
          </a:ln>
        </p:spPr>
        <p:txBody>
          <a:bodyPr>
            <a:spAutoFit/>
          </a:bodyPr>
          <a:lstStyle/>
          <a:p>
            <a:r>
              <a:rPr lang="zh-CN" altLang="en-US" sz="2800" b="1" dirty="0">
                <a:solidFill>
                  <a:srgbClr val="000000"/>
                </a:solidFill>
                <a:latin typeface="微软雅黑" panose="020B0503020204020204" pitchFamily="34" charset="-122"/>
                <a:ea typeface="微软雅黑" panose="020B0503020204020204" pitchFamily="34" charset="-122"/>
              </a:rPr>
              <a:t>设        是 </a:t>
            </a:r>
            <a:r>
              <a:rPr lang="zh-CN" altLang="en-US" sz="2800" b="1" dirty="0">
                <a:solidFill>
                  <a:srgbClr val="FF0000"/>
                </a:solidFill>
                <a:latin typeface="微软雅黑" panose="020B0503020204020204" pitchFamily="34" charset="-122"/>
                <a:ea typeface="微软雅黑" panose="020B0503020204020204" pitchFamily="34" charset="-122"/>
              </a:rPr>
              <a:t>复 </a:t>
            </a:r>
            <a:r>
              <a:rPr lang="zh-CN" altLang="en-US" sz="2800" b="1" dirty="0">
                <a:solidFill>
                  <a:srgbClr val="000000"/>
                </a:solidFill>
                <a:latin typeface="微软雅黑" panose="020B0503020204020204" pitchFamily="34" charset="-122"/>
                <a:ea typeface="微软雅黑" panose="020B0503020204020204" pitchFamily="34" charset="-122"/>
              </a:rPr>
              <a:t>序列</a:t>
            </a:r>
            <a:r>
              <a:rPr lang="zh-CN" altLang="en-US" sz="2400" b="1" dirty="0">
                <a:solidFill>
                  <a:srgbClr val="000000"/>
                </a:solidFill>
                <a:latin typeface="微软雅黑" panose="020B0503020204020204" pitchFamily="34" charset="-122"/>
                <a:ea typeface="微软雅黑" panose="020B0503020204020204" pitchFamily="34" charset="-122"/>
              </a:rPr>
              <a:t>，</a:t>
            </a:r>
            <a:endParaRPr lang="zh-CN" altLang="en-US" sz="2400" dirty="0">
              <a:solidFill>
                <a:srgbClr val="000000"/>
              </a:solidFill>
              <a:latin typeface="微软雅黑" panose="020B0503020204020204" pitchFamily="34" charset="-122"/>
              <a:ea typeface="微软雅黑" panose="020B0503020204020204" pitchFamily="34" charset="-122"/>
            </a:endParaRPr>
          </a:p>
        </p:txBody>
      </p:sp>
      <p:graphicFrame>
        <p:nvGraphicFramePr>
          <p:cNvPr id="29698" name="Object 3"/>
          <p:cNvGraphicFramePr>
            <a:graphicFrameLocks noChangeAspect="1"/>
          </p:cNvGraphicFramePr>
          <p:nvPr/>
        </p:nvGraphicFramePr>
        <p:xfrm>
          <a:off x="755650" y="620713"/>
          <a:ext cx="644525" cy="411162"/>
        </p:xfrm>
        <a:graphic>
          <a:graphicData uri="http://schemas.openxmlformats.org/presentationml/2006/ole">
            <mc:AlternateContent xmlns:mc="http://schemas.openxmlformats.org/markup-compatibility/2006">
              <mc:Choice xmlns:v="urn:schemas-microsoft-com:vml" Requires="v">
                <p:oleObj r:id="rId3" imgW="317500" imgH="203200" progId="Equation.DSMT4">
                  <p:embed/>
                </p:oleObj>
              </mc:Choice>
              <mc:Fallback>
                <p:oleObj r:id="rId3" imgW="317500" imgH="203200" progId="Equation.DSMT4">
                  <p:embed/>
                  <p:pic>
                    <p:nvPicPr>
                      <p:cNvPr id="0" name="图片 3249"/>
                      <p:cNvPicPr/>
                      <p:nvPr/>
                    </p:nvPicPr>
                    <p:blipFill>
                      <a:blip r:embed="rId4"/>
                      <a:stretch>
                        <a:fillRect/>
                      </a:stretch>
                    </p:blipFill>
                    <p:spPr>
                      <a:xfrm>
                        <a:off x="755650" y="620713"/>
                        <a:ext cx="644525" cy="411162"/>
                      </a:xfrm>
                      <a:prstGeom prst="rect">
                        <a:avLst/>
                      </a:prstGeom>
                      <a:noFill/>
                      <a:ln w="38100">
                        <a:noFill/>
                        <a:miter/>
                      </a:ln>
                    </p:spPr>
                  </p:pic>
                </p:oleObj>
              </mc:Fallback>
            </mc:AlternateContent>
          </a:graphicData>
        </a:graphic>
      </p:graphicFrame>
      <p:pic>
        <p:nvPicPr>
          <p:cNvPr id="29702" name="Picture 4"/>
          <p:cNvPicPr>
            <a:picLocks noChangeAspect="1"/>
          </p:cNvPicPr>
          <p:nvPr/>
        </p:nvPicPr>
        <p:blipFill>
          <a:blip r:embed="rId5"/>
          <a:stretch>
            <a:fillRect/>
          </a:stretch>
        </p:blipFill>
        <p:spPr>
          <a:xfrm>
            <a:off x="34925" y="1196975"/>
            <a:ext cx="9020175" cy="492442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0" name="Rectangle 18"/>
          <p:cNvSpPr>
            <a:spLocks noRot="1"/>
          </p:cNvSpPr>
          <p:nvPr/>
        </p:nvSpPr>
        <p:spPr>
          <a:xfrm>
            <a:off x="323850" y="260350"/>
            <a:ext cx="8628063" cy="5407025"/>
          </a:xfrm>
          <a:prstGeom prst="rect">
            <a:avLst/>
          </a:prstGeom>
          <a:noFill/>
          <a:ln w="9525">
            <a:noFill/>
          </a:ln>
        </p:spPr>
        <p:txBody>
          <a:bodyPr/>
          <a:lstStyle/>
          <a:p>
            <a:pPr marL="342900" indent="-342900" eaLnBrk="1" hangingPunct="1">
              <a:lnSpc>
                <a:spcPct val="120000"/>
              </a:lnSpc>
              <a:spcBef>
                <a:spcPct val="20000"/>
              </a:spcBef>
              <a:buClr>
                <a:schemeClr val="hlink"/>
              </a:buClr>
              <a:buSzPct val="75000"/>
              <a:buFont typeface="Wingdings" panose="05000000000000000000" pitchFamily="2" charset="2"/>
            </a:pPr>
            <a:r>
              <a:rPr lang="en-US" altLang="zh-CN" sz="2800" b="1" dirty="0">
                <a:solidFill>
                  <a:srgbClr val="000000"/>
                </a:solidFill>
                <a:latin typeface="微软雅黑" panose="020B0503020204020204" pitchFamily="34" charset="-122"/>
                <a:ea typeface="微软雅黑" panose="020B0503020204020204" pitchFamily="34" charset="-122"/>
              </a:rPr>
              <a:t>5.7.4  </a:t>
            </a:r>
            <a:r>
              <a:rPr lang="zh-CN" altLang="en-US" sz="2800" b="1" dirty="0">
                <a:solidFill>
                  <a:srgbClr val="000000"/>
                </a:solidFill>
                <a:latin typeface="微软雅黑" panose="020B0503020204020204" pitchFamily="34" charset="-122"/>
                <a:ea typeface="微软雅黑" panose="020B0503020204020204" pitchFamily="34" charset="-122"/>
              </a:rPr>
              <a:t>输出随机过程的功率谱</a:t>
            </a:r>
          </a:p>
          <a:p>
            <a:pPr marL="342900" indent="-342900" eaLnBrk="1" hangingPunct="1">
              <a:lnSpc>
                <a:spcPct val="12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假设输入随机过程的均值            ，因此输出随机过程的均值亦为零。则有：</a:t>
            </a:r>
          </a:p>
          <a:p>
            <a:pPr marL="342900" indent="-342900" eaLnBrk="1" hangingPunct="1">
              <a:lnSpc>
                <a:spcPct val="12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2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设       是</a:t>
            </a:r>
            <a:r>
              <a:rPr lang="zh-CN" altLang="en-US" sz="2800" b="1" dirty="0">
                <a:solidFill>
                  <a:srgbClr val="FF3300"/>
                </a:solidFill>
                <a:latin typeface="微软雅黑" panose="020B0503020204020204" pitchFamily="34" charset="-122"/>
                <a:ea typeface="微软雅黑" panose="020B0503020204020204" pitchFamily="34" charset="-122"/>
              </a:rPr>
              <a:t>实序列</a:t>
            </a:r>
            <a:r>
              <a:rPr lang="zh-CN" altLang="en-US" sz="2800" b="1" dirty="0">
                <a:solidFill>
                  <a:srgbClr val="000000"/>
                </a:solidFill>
                <a:latin typeface="微软雅黑" panose="020B0503020204020204" pitchFamily="34" charset="-122"/>
                <a:ea typeface="微软雅黑" panose="020B0503020204020204" pitchFamily="34" charset="-122"/>
              </a:rPr>
              <a:t>，则有：</a:t>
            </a:r>
          </a:p>
          <a:p>
            <a:pPr marL="342900" indent="-342900" eaLnBrk="1" hangingPunct="1">
              <a:lnSpc>
                <a:spcPct val="120000"/>
              </a:lnSpc>
              <a:spcBef>
                <a:spcPct val="20000"/>
              </a:spcBef>
              <a:buClr>
                <a:schemeClr val="hlink"/>
              </a:buClr>
              <a:buSzPct val="75000"/>
              <a:buFont typeface="Wingdings" panose="05000000000000000000" pitchFamily="2" charset="2"/>
            </a:pPr>
            <a:endParaRPr lang="zh-CN" altLang="en-US" sz="2800" b="1" dirty="0">
              <a:solidFill>
                <a:srgbClr val="0000FF"/>
              </a:solidFill>
              <a:latin typeface="Times New Roman" panose="02020603050405020304" pitchFamily="18" charset="0"/>
            </a:endParaRPr>
          </a:p>
          <a:p>
            <a:pPr marL="342900" indent="-342900" eaLnBrk="1" hangingPunct="1">
              <a:lnSpc>
                <a:spcPct val="120000"/>
              </a:lnSpc>
              <a:spcBef>
                <a:spcPct val="20000"/>
              </a:spcBef>
              <a:buClr>
                <a:schemeClr val="hlink"/>
              </a:buClr>
              <a:buSzPct val="75000"/>
              <a:buFont typeface="Wingdings" panose="05000000000000000000" pitchFamily="2" charset="2"/>
            </a:pPr>
            <a:endParaRPr lang="en-US" altLang="zh-CN" sz="2800" b="1" dirty="0">
              <a:solidFill>
                <a:srgbClr val="0000FF"/>
              </a:solidFill>
              <a:latin typeface="Times New Roman" panose="02020603050405020304" pitchFamily="18" charset="0"/>
            </a:endParaRPr>
          </a:p>
          <a:p>
            <a:pPr marL="342900" indent="-342900" eaLnBrk="1" hangingPunct="1">
              <a:lnSpc>
                <a:spcPct val="12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如果       是</a:t>
            </a:r>
            <a:r>
              <a:rPr lang="zh-CN" altLang="en-US" sz="2800" b="1" dirty="0">
                <a:solidFill>
                  <a:srgbClr val="FF0000"/>
                </a:solidFill>
                <a:latin typeface="微软雅黑" panose="020B0503020204020204" pitchFamily="34" charset="-122"/>
                <a:ea typeface="微软雅黑" panose="020B0503020204020204" pitchFamily="34" charset="-122"/>
              </a:rPr>
              <a:t>复序列</a:t>
            </a:r>
            <a:r>
              <a:rPr lang="zh-CN" altLang="en-US" sz="2800" b="1" dirty="0">
                <a:solidFill>
                  <a:srgbClr val="000000"/>
                </a:solidFill>
                <a:latin typeface="微软雅黑" panose="020B0503020204020204" pitchFamily="34" charset="-122"/>
                <a:ea typeface="微软雅黑" panose="020B0503020204020204" pitchFamily="34" charset="-122"/>
              </a:rPr>
              <a:t>，则：                                            </a:t>
            </a:r>
            <a:r>
              <a:rPr lang="zh-CN" altLang="en-US" sz="2800" b="1" dirty="0">
                <a:solidFill>
                  <a:srgbClr val="0000FF"/>
                </a:solidFill>
                <a:latin typeface="Times New Roman" panose="02020603050405020304" pitchFamily="18" charset="0"/>
              </a:rPr>
              <a:t>，</a:t>
            </a:r>
          </a:p>
          <a:p>
            <a:pPr marL="342900" indent="-342900" eaLnBrk="1" hangingPunct="1">
              <a:lnSpc>
                <a:spcPct val="12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所以：</a:t>
            </a:r>
          </a:p>
        </p:txBody>
      </p:sp>
      <p:sp>
        <p:nvSpPr>
          <p:cNvPr id="30731" name="Rectangle 20"/>
          <p:cNvSpPr/>
          <p:nvPr/>
        </p:nvSpPr>
        <p:spPr>
          <a:xfrm>
            <a:off x="0" y="3546475"/>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30722" name="Object 19"/>
          <p:cNvGraphicFramePr>
            <a:graphicFrameLocks noChangeAspect="1"/>
          </p:cNvGraphicFramePr>
          <p:nvPr/>
        </p:nvGraphicFramePr>
        <p:xfrm>
          <a:off x="5148263" y="333375"/>
          <a:ext cx="977900" cy="558800"/>
        </p:xfrm>
        <a:graphic>
          <a:graphicData uri="http://schemas.openxmlformats.org/presentationml/2006/ole">
            <mc:AlternateContent xmlns:mc="http://schemas.openxmlformats.org/markup-compatibility/2006">
              <mc:Choice xmlns:v="urn:schemas-microsoft-com:vml" Requires="v">
                <p:oleObj r:id="rId2" imgW="419100" imgH="241300" progId="Equation.DSMT4">
                  <p:embed/>
                </p:oleObj>
              </mc:Choice>
              <mc:Fallback>
                <p:oleObj r:id="rId2" imgW="419100" imgH="241300" progId="Equation.DSMT4">
                  <p:embed/>
                  <p:pic>
                    <p:nvPicPr>
                      <p:cNvPr id="0" name="图片 3253"/>
                      <p:cNvPicPr/>
                      <p:nvPr/>
                    </p:nvPicPr>
                    <p:blipFill>
                      <a:blip r:embed="rId3"/>
                      <a:stretch>
                        <a:fillRect/>
                      </a:stretch>
                    </p:blipFill>
                    <p:spPr>
                      <a:xfrm>
                        <a:off x="5148263" y="333375"/>
                        <a:ext cx="977900" cy="558800"/>
                      </a:xfrm>
                      <a:prstGeom prst="rect">
                        <a:avLst/>
                      </a:prstGeom>
                      <a:noFill/>
                      <a:ln w="38100">
                        <a:noFill/>
                        <a:miter/>
                      </a:ln>
                    </p:spPr>
                  </p:pic>
                </p:oleObj>
              </mc:Fallback>
            </mc:AlternateContent>
          </a:graphicData>
        </a:graphic>
      </p:graphicFrame>
      <p:graphicFrame>
        <p:nvGraphicFramePr>
          <p:cNvPr id="30723" name="Object 21"/>
          <p:cNvGraphicFramePr>
            <a:graphicFrameLocks noChangeAspect="1"/>
          </p:cNvGraphicFramePr>
          <p:nvPr/>
        </p:nvGraphicFramePr>
        <p:xfrm>
          <a:off x="4500563" y="908050"/>
          <a:ext cx="898525" cy="466725"/>
        </p:xfrm>
        <a:graphic>
          <a:graphicData uri="http://schemas.openxmlformats.org/presentationml/2006/ole">
            <mc:AlternateContent xmlns:mc="http://schemas.openxmlformats.org/markup-compatibility/2006">
              <mc:Choice xmlns:v="urn:schemas-microsoft-com:vml" Requires="v">
                <p:oleObj r:id="rId4" imgW="444500" imgH="228600" progId="Equation.DSMT4">
                  <p:embed/>
                </p:oleObj>
              </mc:Choice>
              <mc:Fallback>
                <p:oleObj r:id="rId4" imgW="444500" imgH="228600" progId="Equation.DSMT4">
                  <p:embed/>
                  <p:pic>
                    <p:nvPicPr>
                      <p:cNvPr id="0" name="图片 3254"/>
                      <p:cNvPicPr/>
                      <p:nvPr/>
                    </p:nvPicPr>
                    <p:blipFill>
                      <a:blip r:embed="rId5"/>
                      <a:stretch>
                        <a:fillRect/>
                      </a:stretch>
                    </p:blipFill>
                    <p:spPr>
                      <a:xfrm>
                        <a:off x="4500563" y="908050"/>
                        <a:ext cx="898525" cy="466725"/>
                      </a:xfrm>
                      <a:prstGeom prst="rect">
                        <a:avLst/>
                      </a:prstGeom>
                      <a:noFill/>
                      <a:ln w="38100">
                        <a:noFill/>
                        <a:miter/>
                      </a:ln>
                    </p:spPr>
                  </p:pic>
                </p:oleObj>
              </mc:Fallback>
            </mc:AlternateContent>
          </a:graphicData>
        </a:graphic>
      </p:graphicFrame>
      <p:graphicFrame>
        <p:nvGraphicFramePr>
          <p:cNvPr id="30724" name="Object 22"/>
          <p:cNvGraphicFramePr>
            <a:graphicFrameLocks noChangeAspect="1"/>
          </p:cNvGraphicFramePr>
          <p:nvPr/>
        </p:nvGraphicFramePr>
        <p:xfrm>
          <a:off x="2627313" y="2060575"/>
          <a:ext cx="2667000" cy="484188"/>
        </p:xfrm>
        <a:graphic>
          <a:graphicData uri="http://schemas.openxmlformats.org/presentationml/2006/ole">
            <mc:AlternateContent xmlns:mc="http://schemas.openxmlformats.org/markup-compatibility/2006">
              <mc:Choice xmlns:v="urn:schemas-microsoft-com:vml" Requires="v">
                <p:oleObj r:id="rId6" imgW="1308100" imgH="241300" progId="Equation.DSMT4">
                  <p:embed/>
                </p:oleObj>
              </mc:Choice>
              <mc:Fallback>
                <p:oleObj r:id="rId6" imgW="1308100" imgH="241300" progId="Equation.DSMT4">
                  <p:embed/>
                  <p:pic>
                    <p:nvPicPr>
                      <p:cNvPr id="0" name="图片 3257"/>
                      <p:cNvPicPr/>
                      <p:nvPr/>
                    </p:nvPicPr>
                    <p:blipFill>
                      <a:blip r:embed="rId7"/>
                      <a:stretch>
                        <a:fillRect/>
                      </a:stretch>
                    </p:blipFill>
                    <p:spPr>
                      <a:xfrm>
                        <a:off x="2627313" y="2060575"/>
                        <a:ext cx="2667000" cy="484188"/>
                      </a:xfrm>
                      <a:prstGeom prst="rect">
                        <a:avLst/>
                      </a:prstGeom>
                      <a:noFill/>
                      <a:ln w="38100">
                        <a:noFill/>
                        <a:miter/>
                      </a:ln>
                    </p:spPr>
                  </p:pic>
                </p:oleObj>
              </mc:Fallback>
            </mc:AlternateContent>
          </a:graphicData>
        </a:graphic>
      </p:graphicFrame>
      <p:graphicFrame>
        <p:nvGraphicFramePr>
          <p:cNvPr id="30725" name="Object 23"/>
          <p:cNvGraphicFramePr>
            <a:graphicFrameLocks noChangeAspect="1"/>
          </p:cNvGraphicFramePr>
          <p:nvPr/>
        </p:nvGraphicFramePr>
        <p:xfrm>
          <a:off x="827723" y="2708593"/>
          <a:ext cx="639762" cy="407987"/>
        </p:xfrm>
        <a:graphic>
          <a:graphicData uri="http://schemas.openxmlformats.org/presentationml/2006/ole">
            <mc:AlternateContent xmlns:mc="http://schemas.openxmlformats.org/markup-compatibility/2006">
              <mc:Choice xmlns:v="urn:schemas-microsoft-com:vml" Requires="v">
                <p:oleObj r:id="rId8" imgW="317500" imgH="203200" progId="Equation.DSMT4">
                  <p:embed/>
                </p:oleObj>
              </mc:Choice>
              <mc:Fallback>
                <p:oleObj r:id="rId8" imgW="317500" imgH="203200" progId="Equation.DSMT4">
                  <p:embed/>
                  <p:pic>
                    <p:nvPicPr>
                      <p:cNvPr id="0" name="图片 3251"/>
                      <p:cNvPicPr/>
                      <p:nvPr/>
                    </p:nvPicPr>
                    <p:blipFill>
                      <a:blip r:embed="rId9"/>
                      <a:stretch>
                        <a:fillRect/>
                      </a:stretch>
                    </p:blipFill>
                    <p:spPr>
                      <a:xfrm>
                        <a:off x="827723" y="2708593"/>
                        <a:ext cx="639762" cy="407987"/>
                      </a:xfrm>
                      <a:prstGeom prst="rect">
                        <a:avLst/>
                      </a:prstGeom>
                      <a:noFill/>
                      <a:ln w="38100">
                        <a:noFill/>
                        <a:miter/>
                      </a:ln>
                    </p:spPr>
                  </p:pic>
                </p:oleObj>
              </mc:Fallback>
            </mc:AlternateContent>
          </a:graphicData>
        </a:graphic>
      </p:graphicFrame>
      <p:graphicFrame>
        <p:nvGraphicFramePr>
          <p:cNvPr id="30726" name="Object 24"/>
          <p:cNvGraphicFramePr>
            <a:graphicFrameLocks noChangeAspect="1"/>
          </p:cNvGraphicFramePr>
          <p:nvPr/>
        </p:nvGraphicFramePr>
        <p:xfrm>
          <a:off x="1908175" y="3213100"/>
          <a:ext cx="4816475" cy="873125"/>
        </p:xfrm>
        <a:graphic>
          <a:graphicData uri="http://schemas.openxmlformats.org/presentationml/2006/ole">
            <mc:AlternateContent xmlns:mc="http://schemas.openxmlformats.org/markup-compatibility/2006">
              <mc:Choice xmlns:v="urn:schemas-microsoft-com:vml" Requires="v">
                <p:oleObj r:id="rId10" imgW="2362200" imgH="431800" progId="Equation.DSMT4">
                  <p:embed/>
                </p:oleObj>
              </mc:Choice>
              <mc:Fallback>
                <p:oleObj r:id="rId10" imgW="2362200" imgH="431800" progId="Equation.DSMT4">
                  <p:embed/>
                  <p:pic>
                    <p:nvPicPr>
                      <p:cNvPr id="0" name="图片 3256"/>
                      <p:cNvPicPr/>
                      <p:nvPr/>
                    </p:nvPicPr>
                    <p:blipFill>
                      <a:blip r:embed="rId11"/>
                      <a:stretch>
                        <a:fillRect/>
                      </a:stretch>
                    </p:blipFill>
                    <p:spPr>
                      <a:xfrm>
                        <a:off x="1908175" y="3213100"/>
                        <a:ext cx="4816475" cy="873125"/>
                      </a:xfrm>
                      <a:prstGeom prst="rect">
                        <a:avLst/>
                      </a:prstGeom>
                      <a:noFill/>
                      <a:ln w="38100">
                        <a:noFill/>
                        <a:miter/>
                      </a:ln>
                    </p:spPr>
                  </p:pic>
                </p:oleObj>
              </mc:Fallback>
            </mc:AlternateContent>
          </a:graphicData>
        </a:graphic>
      </p:graphicFrame>
      <p:graphicFrame>
        <p:nvGraphicFramePr>
          <p:cNvPr id="30727" name="Object 25"/>
          <p:cNvGraphicFramePr>
            <a:graphicFrameLocks noChangeAspect="1"/>
          </p:cNvGraphicFramePr>
          <p:nvPr/>
        </p:nvGraphicFramePr>
        <p:xfrm>
          <a:off x="1116013" y="4508818"/>
          <a:ext cx="639762" cy="407987"/>
        </p:xfrm>
        <a:graphic>
          <a:graphicData uri="http://schemas.openxmlformats.org/presentationml/2006/ole">
            <mc:AlternateContent xmlns:mc="http://schemas.openxmlformats.org/markup-compatibility/2006">
              <mc:Choice xmlns:v="urn:schemas-microsoft-com:vml" Requires="v">
                <p:oleObj r:id="rId12" imgW="317500" imgH="203200" progId="Equation.DSMT4">
                  <p:embed/>
                </p:oleObj>
              </mc:Choice>
              <mc:Fallback>
                <p:oleObj r:id="rId12" imgW="317500" imgH="203200" progId="Equation.DSMT4">
                  <p:embed/>
                  <p:pic>
                    <p:nvPicPr>
                      <p:cNvPr id="0" name="图片 3258"/>
                      <p:cNvPicPr/>
                      <p:nvPr/>
                    </p:nvPicPr>
                    <p:blipFill>
                      <a:blip r:embed="rId13"/>
                      <a:stretch>
                        <a:fillRect/>
                      </a:stretch>
                    </p:blipFill>
                    <p:spPr>
                      <a:xfrm>
                        <a:off x="1116013" y="4508818"/>
                        <a:ext cx="639762" cy="407987"/>
                      </a:xfrm>
                      <a:prstGeom prst="rect">
                        <a:avLst/>
                      </a:prstGeom>
                      <a:noFill/>
                      <a:ln w="38100">
                        <a:noFill/>
                        <a:miter/>
                      </a:ln>
                    </p:spPr>
                  </p:pic>
                </p:oleObj>
              </mc:Fallback>
            </mc:AlternateContent>
          </a:graphicData>
        </a:graphic>
      </p:graphicFrame>
      <p:graphicFrame>
        <p:nvGraphicFramePr>
          <p:cNvPr id="30728" name="Object 26"/>
          <p:cNvGraphicFramePr>
            <a:graphicFrameLocks noChangeAspect="1"/>
          </p:cNvGraphicFramePr>
          <p:nvPr/>
        </p:nvGraphicFramePr>
        <p:xfrm>
          <a:off x="1370013" y="5537200"/>
          <a:ext cx="2965450" cy="484188"/>
        </p:xfrm>
        <a:graphic>
          <a:graphicData uri="http://schemas.openxmlformats.org/presentationml/2006/ole">
            <mc:AlternateContent xmlns:mc="http://schemas.openxmlformats.org/markup-compatibility/2006">
              <mc:Choice xmlns:v="urn:schemas-microsoft-com:vml" Requires="v">
                <p:oleObj r:id="rId14" imgW="1459865" imgH="241300" progId="Equation.DSMT4">
                  <p:embed/>
                </p:oleObj>
              </mc:Choice>
              <mc:Fallback>
                <p:oleObj r:id="rId14" imgW="1459865" imgH="241300" progId="Equation.DSMT4">
                  <p:embed/>
                  <p:pic>
                    <p:nvPicPr>
                      <p:cNvPr id="0" name="图片 3252"/>
                      <p:cNvPicPr/>
                      <p:nvPr/>
                    </p:nvPicPr>
                    <p:blipFill>
                      <a:blip r:embed="rId15"/>
                      <a:stretch>
                        <a:fillRect/>
                      </a:stretch>
                    </p:blipFill>
                    <p:spPr>
                      <a:xfrm>
                        <a:off x="1370013" y="5537200"/>
                        <a:ext cx="2965450" cy="484188"/>
                      </a:xfrm>
                      <a:prstGeom prst="rect">
                        <a:avLst/>
                      </a:prstGeom>
                      <a:noFill/>
                      <a:ln w="38100">
                        <a:noFill/>
                        <a:miter/>
                      </a:ln>
                    </p:spPr>
                  </p:pic>
                </p:oleObj>
              </mc:Fallback>
            </mc:AlternateContent>
          </a:graphicData>
        </a:graphic>
      </p:graphicFrame>
      <p:graphicFrame>
        <p:nvGraphicFramePr>
          <p:cNvPr id="30729" name="Object 27"/>
          <p:cNvGraphicFramePr>
            <a:graphicFrameLocks noChangeAspect="1"/>
          </p:cNvGraphicFramePr>
          <p:nvPr/>
        </p:nvGraphicFramePr>
        <p:xfrm>
          <a:off x="2051050" y="5013325"/>
          <a:ext cx="3694113" cy="523875"/>
        </p:xfrm>
        <a:graphic>
          <a:graphicData uri="http://schemas.openxmlformats.org/presentationml/2006/ole">
            <mc:AlternateContent xmlns:mc="http://schemas.openxmlformats.org/markup-compatibility/2006">
              <mc:Choice xmlns:v="urn:schemas-microsoft-com:vml" Requires="v">
                <p:oleObj r:id="rId16" imgW="1815465" imgH="254000" progId="Equation.DSMT4">
                  <p:embed/>
                </p:oleObj>
              </mc:Choice>
              <mc:Fallback>
                <p:oleObj r:id="rId16" imgW="1815465" imgH="254000" progId="Equation.DSMT4">
                  <p:embed/>
                  <p:pic>
                    <p:nvPicPr>
                      <p:cNvPr id="0" name="图片 3260"/>
                      <p:cNvPicPr/>
                      <p:nvPr/>
                    </p:nvPicPr>
                    <p:blipFill>
                      <a:blip r:embed="rId17"/>
                      <a:stretch>
                        <a:fillRect/>
                      </a:stretch>
                    </p:blipFill>
                    <p:spPr>
                      <a:xfrm>
                        <a:off x="2051050" y="5013325"/>
                        <a:ext cx="3694113" cy="523875"/>
                      </a:xfrm>
                      <a:prstGeom prst="rect">
                        <a:avLst/>
                      </a:prstGeom>
                      <a:noFill/>
                      <a:ln w="38100">
                        <a:noFill/>
                        <a:miter/>
                      </a:ln>
                    </p:spPr>
                  </p:pic>
                </p:oleObj>
              </mc:Fallback>
            </mc:AlternateContent>
          </a:graphicData>
        </a:graphic>
      </p:graphicFrame>
      <p:sp>
        <p:nvSpPr>
          <p:cNvPr id="30732"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35</a:t>
            </a:fld>
            <a:endParaRPr lang="zh-CN" alt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4" name="Rectangle 50"/>
          <p:cNvSpPr>
            <a:spLocks noRot="1"/>
          </p:cNvSpPr>
          <p:nvPr/>
        </p:nvSpPr>
        <p:spPr>
          <a:xfrm>
            <a:off x="215900" y="569913"/>
            <a:ext cx="8604250" cy="5407025"/>
          </a:xfrm>
          <a:prstGeom prst="rect">
            <a:avLst/>
          </a:prstGeom>
          <a:noFill/>
          <a:ln w="9525">
            <a:noFill/>
          </a:ln>
        </p:spPr>
        <p:txBody>
          <a:bodyPr/>
          <a:lstStyle/>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注：当       是复序列时，                         ，其中         </a:t>
            </a: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的</a:t>
            </a:r>
            <a:r>
              <a:rPr lang="en-US" altLang="zh-CN" sz="2800" b="1" dirty="0">
                <a:solidFill>
                  <a:srgbClr val="000000"/>
                </a:solidFill>
                <a:latin typeface="微软雅黑" panose="020B0503020204020204" pitchFamily="34" charset="-122"/>
                <a:ea typeface="微软雅黑" panose="020B0503020204020204" pitchFamily="34" charset="-122"/>
              </a:rPr>
              <a:t>Z</a:t>
            </a:r>
            <a:r>
              <a:rPr lang="zh-CN" altLang="en-US" sz="2800" b="1" dirty="0">
                <a:solidFill>
                  <a:srgbClr val="000000"/>
                </a:solidFill>
                <a:latin typeface="微软雅黑" panose="020B0503020204020204" pitchFamily="34" charset="-122"/>
                <a:ea typeface="微软雅黑" panose="020B0503020204020204" pitchFamily="34" charset="-122"/>
              </a:rPr>
              <a:t>变换为：</a:t>
            </a:r>
          </a:p>
          <a:p>
            <a:pPr marL="342900" indent="-342900" eaLnBrk="1" hangingPunct="1">
              <a:lnSpc>
                <a:spcPct val="14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4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在      为</a:t>
            </a:r>
            <a:r>
              <a:rPr lang="zh-CN" altLang="en-US" sz="2800" b="1" dirty="0">
                <a:solidFill>
                  <a:srgbClr val="FF3300"/>
                </a:solidFill>
                <a:latin typeface="微软雅黑" panose="020B0503020204020204" pitchFamily="34" charset="-122"/>
                <a:ea typeface="微软雅黑" panose="020B0503020204020204" pitchFamily="34" charset="-122"/>
              </a:rPr>
              <a:t>实序列</a:t>
            </a:r>
            <a:r>
              <a:rPr lang="zh-CN" altLang="en-US" sz="2800" b="1" dirty="0">
                <a:solidFill>
                  <a:srgbClr val="000000"/>
                </a:solidFill>
                <a:latin typeface="微软雅黑" panose="020B0503020204020204" pitchFamily="34" charset="-122"/>
                <a:ea typeface="微软雅黑" panose="020B0503020204020204" pitchFamily="34" charset="-122"/>
              </a:rPr>
              <a:t>的情况下，有：</a:t>
            </a: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a:t>
            </a: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如果系统是稳定的，那么的收敛域包括单位圆，所以：</a:t>
            </a:r>
          </a:p>
        </p:txBody>
      </p:sp>
      <p:graphicFrame>
        <p:nvGraphicFramePr>
          <p:cNvPr id="31746" name="Object 45"/>
          <p:cNvGraphicFramePr>
            <a:graphicFrameLocks noChangeAspect="1"/>
          </p:cNvGraphicFramePr>
          <p:nvPr/>
        </p:nvGraphicFramePr>
        <p:xfrm>
          <a:off x="1403350" y="815975"/>
          <a:ext cx="639763" cy="407988"/>
        </p:xfrm>
        <a:graphic>
          <a:graphicData uri="http://schemas.openxmlformats.org/presentationml/2006/ole">
            <mc:AlternateContent xmlns:mc="http://schemas.openxmlformats.org/markup-compatibility/2006">
              <mc:Choice xmlns:v="urn:schemas-microsoft-com:vml" Requires="v">
                <p:oleObj r:id="rId2" imgW="317500" imgH="203200" progId="Equation.DSMT4">
                  <p:embed/>
                </p:oleObj>
              </mc:Choice>
              <mc:Fallback>
                <p:oleObj r:id="rId2" imgW="317500" imgH="203200" progId="Equation.DSMT4">
                  <p:embed/>
                  <p:pic>
                    <p:nvPicPr>
                      <p:cNvPr id="0" name="图片 3272"/>
                      <p:cNvPicPr/>
                      <p:nvPr/>
                    </p:nvPicPr>
                    <p:blipFill>
                      <a:blip r:embed="rId3"/>
                      <a:stretch>
                        <a:fillRect/>
                      </a:stretch>
                    </p:blipFill>
                    <p:spPr>
                      <a:xfrm>
                        <a:off x="1403350" y="815975"/>
                        <a:ext cx="639763" cy="407988"/>
                      </a:xfrm>
                      <a:prstGeom prst="rect">
                        <a:avLst/>
                      </a:prstGeom>
                      <a:noFill/>
                      <a:ln w="38100">
                        <a:noFill/>
                        <a:miter/>
                      </a:ln>
                    </p:spPr>
                  </p:pic>
                </p:oleObj>
              </mc:Fallback>
            </mc:AlternateContent>
          </a:graphicData>
        </a:graphic>
      </p:graphicFrame>
      <p:graphicFrame>
        <p:nvGraphicFramePr>
          <p:cNvPr id="31747" name="Object 46"/>
          <p:cNvGraphicFramePr>
            <a:graphicFrameLocks noChangeAspect="1"/>
          </p:cNvGraphicFramePr>
          <p:nvPr/>
        </p:nvGraphicFramePr>
        <p:xfrm>
          <a:off x="3995738" y="712788"/>
          <a:ext cx="3001962" cy="484187"/>
        </p:xfrm>
        <a:graphic>
          <a:graphicData uri="http://schemas.openxmlformats.org/presentationml/2006/ole">
            <mc:AlternateContent xmlns:mc="http://schemas.openxmlformats.org/markup-compatibility/2006">
              <mc:Choice xmlns:v="urn:schemas-microsoft-com:vml" Requires="v">
                <p:oleObj r:id="rId4" imgW="1473200" imgH="241300" progId="Equation.DSMT4">
                  <p:embed/>
                </p:oleObj>
              </mc:Choice>
              <mc:Fallback>
                <p:oleObj r:id="rId4" imgW="1473200" imgH="241300" progId="Equation.DSMT4">
                  <p:embed/>
                  <p:pic>
                    <p:nvPicPr>
                      <p:cNvPr id="0" name="图片 3268"/>
                      <p:cNvPicPr/>
                      <p:nvPr/>
                    </p:nvPicPr>
                    <p:blipFill>
                      <a:blip r:embed="rId5"/>
                      <a:stretch>
                        <a:fillRect/>
                      </a:stretch>
                    </p:blipFill>
                    <p:spPr>
                      <a:xfrm>
                        <a:off x="3995738" y="712788"/>
                        <a:ext cx="3001962" cy="484187"/>
                      </a:xfrm>
                      <a:prstGeom prst="rect">
                        <a:avLst/>
                      </a:prstGeom>
                      <a:noFill/>
                      <a:ln w="38100">
                        <a:noFill/>
                        <a:miter/>
                      </a:ln>
                    </p:spPr>
                  </p:pic>
                </p:oleObj>
              </mc:Fallback>
            </mc:AlternateContent>
          </a:graphicData>
        </a:graphic>
      </p:graphicFrame>
      <p:graphicFrame>
        <p:nvGraphicFramePr>
          <p:cNvPr id="31748" name="Object 47"/>
          <p:cNvGraphicFramePr>
            <a:graphicFrameLocks noChangeAspect="1"/>
          </p:cNvGraphicFramePr>
          <p:nvPr/>
        </p:nvGraphicFramePr>
        <p:xfrm>
          <a:off x="8027988" y="709613"/>
          <a:ext cx="989012" cy="466725"/>
        </p:xfrm>
        <a:graphic>
          <a:graphicData uri="http://schemas.openxmlformats.org/presentationml/2006/ole">
            <mc:AlternateContent xmlns:mc="http://schemas.openxmlformats.org/markup-compatibility/2006">
              <mc:Choice xmlns:v="urn:schemas-microsoft-com:vml" Requires="v">
                <p:oleObj r:id="rId6" imgW="482600" imgH="228600" progId="Equation.DSMT4">
                  <p:embed/>
                </p:oleObj>
              </mc:Choice>
              <mc:Fallback>
                <p:oleObj r:id="rId6" imgW="482600" imgH="228600" progId="Equation.DSMT4">
                  <p:embed/>
                  <p:pic>
                    <p:nvPicPr>
                      <p:cNvPr id="0" name="图片 3273"/>
                      <p:cNvPicPr/>
                      <p:nvPr/>
                    </p:nvPicPr>
                    <p:blipFill>
                      <a:blip r:embed="rId7"/>
                      <a:stretch>
                        <a:fillRect/>
                      </a:stretch>
                    </p:blipFill>
                    <p:spPr>
                      <a:xfrm>
                        <a:off x="8027988" y="709613"/>
                        <a:ext cx="989012" cy="466725"/>
                      </a:xfrm>
                      <a:prstGeom prst="rect">
                        <a:avLst/>
                      </a:prstGeom>
                      <a:noFill/>
                      <a:ln w="38100">
                        <a:noFill/>
                        <a:miter/>
                      </a:ln>
                    </p:spPr>
                  </p:pic>
                </p:oleObj>
              </mc:Fallback>
            </mc:AlternateContent>
          </a:graphicData>
        </a:graphic>
      </p:graphicFrame>
      <p:graphicFrame>
        <p:nvGraphicFramePr>
          <p:cNvPr id="31749" name="Object 48"/>
          <p:cNvGraphicFramePr>
            <a:graphicFrameLocks noChangeAspect="1"/>
          </p:cNvGraphicFramePr>
          <p:nvPr/>
        </p:nvGraphicFramePr>
        <p:xfrm>
          <a:off x="2413000" y="1260475"/>
          <a:ext cx="6119813" cy="873125"/>
        </p:xfrm>
        <a:graphic>
          <a:graphicData uri="http://schemas.openxmlformats.org/presentationml/2006/ole">
            <mc:AlternateContent xmlns:mc="http://schemas.openxmlformats.org/markup-compatibility/2006">
              <mc:Choice xmlns:v="urn:schemas-microsoft-com:vml" Requires="v">
                <p:oleObj r:id="rId8" imgW="2997200" imgH="431800" progId="Equation.DSMT4">
                  <p:embed/>
                </p:oleObj>
              </mc:Choice>
              <mc:Fallback>
                <p:oleObj r:id="rId8" imgW="2997200" imgH="431800" progId="Equation.DSMT4">
                  <p:embed/>
                  <p:pic>
                    <p:nvPicPr>
                      <p:cNvPr id="0" name="图片 3267"/>
                      <p:cNvPicPr/>
                      <p:nvPr/>
                    </p:nvPicPr>
                    <p:blipFill>
                      <a:blip r:embed="rId9"/>
                      <a:stretch>
                        <a:fillRect/>
                      </a:stretch>
                    </p:blipFill>
                    <p:spPr>
                      <a:xfrm>
                        <a:off x="2413000" y="1260475"/>
                        <a:ext cx="6119813" cy="873125"/>
                      </a:xfrm>
                      <a:prstGeom prst="rect">
                        <a:avLst/>
                      </a:prstGeom>
                      <a:noFill/>
                      <a:ln w="38100">
                        <a:noFill/>
                        <a:miter/>
                      </a:ln>
                    </p:spPr>
                  </p:pic>
                </p:oleObj>
              </mc:Fallback>
            </mc:AlternateContent>
          </a:graphicData>
        </a:graphic>
      </p:graphicFrame>
      <p:graphicFrame>
        <p:nvGraphicFramePr>
          <p:cNvPr id="31750" name="Object 49"/>
          <p:cNvGraphicFramePr>
            <a:graphicFrameLocks noChangeAspect="1"/>
          </p:cNvGraphicFramePr>
          <p:nvPr/>
        </p:nvGraphicFramePr>
        <p:xfrm>
          <a:off x="2484438" y="2133600"/>
          <a:ext cx="6111875" cy="990600"/>
        </p:xfrm>
        <a:graphic>
          <a:graphicData uri="http://schemas.openxmlformats.org/presentationml/2006/ole">
            <mc:AlternateContent xmlns:mc="http://schemas.openxmlformats.org/markup-compatibility/2006">
              <mc:Choice xmlns:v="urn:schemas-microsoft-com:vml" Requires="v">
                <p:oleObj r:id="rId10" imgW="2997200" imgH="482600" progId="Equation.DSMT4">
                  <p:embed/>
                </p:oleObj>
              </mc:Choice>
              <mc:Fallback>
                <p:oleObj r:id="rId10" imgW="2997200" imgH="482600" progId="Equation.DSMT4">
                  <p:embed/>
                  <p:pic>
                    <p:nvPicPr>
                      <p:cNvPr id="0" name="图片 3265"/>
                      <p:cNvPicPr/>
                      <p:nvPr/>
                    </p:nvPicPr>
                    <p:blipFill>
                      <a:blip r:embed="rId11"/>
                      <a:stretch>
                        <a:fillRect/>
                      </a:stretch>
                    </p:blipFill>
                    <p:spPr>
                      <a:xfrm>
                        <a:off x="2484438" y="2133600"/>
                        <a:ext cx="6111875" cy="990600"/>
                      </a:xfrm>
                      <a:prstGeom prst="rect">
                        <a:avLst/>
                      </a:prstGeom>
                      <a:noFill/>
                      <a:ln w="38100">
                        <a:noFill/>
                        <a:miter/>
                      </a:ln>
                    </p:spPr>
                  </p:pic>
                </p:oleObj>
              </mc:Fallback>
            </mc:AlternateContent>
          </a:graphicData>
        </a:graphic>
      </p:graphicFrame>
      <p:graphicFrame>
        <p:nvGraphicFramePr>
          <p:cNvPr id="31751" name="Object 53"/>
          <p:cNvGraphicFramePr>
            <a:graphicFrameLocks noChangeAspect="1"/>
          </p:cNvGraphicFramePr>
          <p:nvPr/>
        </p:nvGraphicFramePr>
        <p:xfrm>
          <a:off x="684213" y="3505200"/>
          <a:ext cx="641350" cy="407988"/>
        </p:xfrm>
        <a:graphic>
          <a:graphicData uri="http://schemas.openxmlformats.org/presentationml/2006/ole">
            <mc:AlternateContent xmlns:mc="http://schemas.openxmlformats.org/markup-compatibility/2006">
              <mc:Choice xmlns:v="urn:schemas-microsoft-com:vml" Requires="v">
                <p:oleObj r:id="rId12" imgW="317500" imgH="203200" progId="Equation.DSMT4">
                  <p:embed/>
                </p:oleObj>
              </mc:Choice>
              <mc:Fallback>
                <p:oleObj r:id="rId12" imgW="317500" imgH="203200" progId="Equation.DSMT4">
                  <p:embed/>
                  <p:pic>
                    <p:nvPicPr>
                      <p:cNvPr id="0" name="图片 3274"/>
                      <p:cNvPicPr/>
                      <p:nvPr/>
                    </p:nvPicPr>
                    <p:blipFill>
                      <a:blip r:embed="rId13"/>
                      <a:stretch>
                        <a:fillRect/>
                      </a:stretch>
                    </p:blipFill>
                    <p:spPr>
                      <a:xfrm>
                        <a:off x="684213" y="3505200"/>
                        <a:ext cx="641350" cy="407988"/>
                      </a:xfrm>
                      <a:prstGeom prst="rect">
                        <a:avLst/>
                      </a:prstGeom>
                      <a:noFill/>
                      <a:ln w="38100">
                        <a:noFill/>
                        <a:miter/>
                      </a:ln>
                    </p:spPr>
                  </p:pic>
                </p:oleObj>
              </mc:Fallback>
            </mc:AlternateContent>
          </a:graphicData>
        </a:graphic>
      </p:graphicFrame>
      <p:graphicFrame>
        <p:nvGraphicFramePr>
          <p:cNvPr id="31752" name="Object 52"/>
          <p:cNvGraphicFramePr>
            <a:graphicFrameLocks noChangeAspect="1"/>
          </p:cNvGraphicFramePr>
          <p:nvPr/>
        </p:nvGraphicFramePr>
        <p:xfrm>
          <a:off x="1979613" y="4056063"/>
          <a:ext cx="4032250" cy="619125"/>
        </p:xfrm>
        <a:graphic>
          <a:graphicData uri="http://schemas.openxmlformats.org/presentationml/2006/ole">
            <mc:AlternateContent xmlns:mc="http://schemas.openxmlformats.org/markup-compatibility/2006">
              <mc:Choice xmlns:v="urn:schemas-microsoft-com:vml" Requires="v">
                <p:oleObj r:id="rId14" imgW="1675765" imgH="254000" progId="Equation.DSMT4">
                  <p:embed/>
                </p:oleObj>
              </mc:Choice>
              <mc:Fallback>
                <p:oleObj r:id="rId14" imgW="1675765" imgH="254000" progId="Equation.DSMT4">
                  <p:embed/>
                  <p:pic>
                    <p:nvPicPr>
                      <p:cNvPr id="0" name="图片 3275"/>
                      <p:cNvPicPr/>
                      <p:nvPr/>
                    </p:nvPicPr>
                    <p:blipFill>
                      <a:blip r:embed="rId15"/>
                      <a:stretch>
                        <a:fillRect/>
                      </a:stretch>
                    </p:blipFill>
                    <p:spPr>
                      <a:xfrm>
                        <a:off x="1979613" y="4056063"/>
                        <a:ext cx="4032250" cy="619125"/>
                      </a:xfrm>
                      <a:prstGeom prst="rect">
                        <a:avLst/>
                      </a:prstGeom>
                      <a:noFill/>
                      <a:ln w="38100">
                        <a:noFill/>
                        <a:miter/>
                      </a:ln>
                    </p:spPr>
                  </p:pic>
                </p:oleObj>
              </mc:Fallback>
            </mc:AlternateContent>
          </a:graphicData>
        </a:graphic>
      </p:graphicFrame>
      <p:graphicFrame>
        <p:nvGraphicFramePr>
          <p:cNvPr id="31753" name="Object 51"/>
          <p:cNvGraphicFramePr>
            <a:graphicFrameLocks noChangeAspect="1"/>
          </p:cNvGraphicFramePr>
          <p:nvPr/>
        </p:nvGraphicFramePr>
        <p:xfrm>
          <a:off x="2071688" y="5465763"/>
          <a:ext cx="4206875" cy="735012"/>
        </p:xfrm>
        <a:graphic>
          <a:graphicData uri="http://schemas.openxmlformats.org/presentationml/2006/ole">
            <mc:AlternateContent xmlns:mc="http://schemas.openxmlformats.org/markup-compatibility/2006">
              <mc:Choice xmlns:v="urn:schemas-microsoft-com:vml" Requires="v">
                <p:oleObj r:id="rId16" imgW="1726565" imgH="304800" progId="Equation.DSMT4">
                  <p:embed/>
                </p:oleObj>
              </mc:Choice>
              <mc:Fallback>
                <p:oleObj r:id="rId16" imgW="1726565" imgH="304800" progId="Equation.DSMT4">
                  <p:embed/>
                  <p:pic>
                    <p:nvPicPr>
                      <p:cNvPr id="0" name="图片 3262"/>
                      <p:cNvPicPr/>
                      <p:nvPr/>
                    </p:nvPicPr>
                    <p:blipFill>
                      <a:blip r:embed="rId17"/>
                      <a:stretch>
                        <a:fillRect/>
                      </a:stretch>
                    </p:blipFill>
                    <p:spPr>
                      <a:xfrm>
                        <a:off x="2071688" y="5465763"/>
                        <a:ext cx="4206875" cy="735012"/>
                      </a:xfrm>
                      <a:prstGeom prst="rect">
                        <a:avLst/>
                      </a:prstGeom>
                      <a:noFill/>
                      <a:ln w="38100">
                        <a:noFill/>
                        <a:miter/>
                      </a:ln>
                    </p:spPr>
                  </p:pic>
                </p:oleObj>
              </mc:Fallback>
            </mc:AlternateContent>
          </a:graphicData>
        </a:graphic>
      </p:graphicFrame>
      <p:sp>
        <p:nvSpPr>
          <p:cNvPr id="31755"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36</a:t>
            </a:fld>
            <a:endParaRPr lang="zh-CN" alt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7" name="Rectangle 2"/>
          <p:cNvSpPr>
            <a:spLocks noRot="1"/>
          </p:cNvSpPr>
          <p:nvPr/>
        </p:nvSpPr>
        <p:spPr>
          <a:xfrm>
            <a:off x="215900" y="569913"/>
            <a:ext cx="9109075" cy="5407025"/>
          </a:xfrm>
          <a:prstGeom prst="rect">
            <a:avLst/>
          </a:prstGeom>
          <a:noFill/>
          <a:ln w="9525">
            <a:noFill/>
          </a:ln>
        </p:spPr>
        <p:txBody>
          <a:bodyPr/>
          <a:lstStyle/>
          <a:p>
            <a:pPr marL="342900" indent="-342900" eaLnBrk="1" hangingPunct="1">
              <a:lnSpc>
                <a:spcPct val="11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注：</a:t>
            </a:r>
            <a:r>
              <a:rPr lang="zh-CN" altLang="en-US" sz="2800" b="1" dirty="0">
                <a:solidFill>
                  <a:srgbClr val="FF0000"/>
                </a:solidFill>
                <a:latin typeface="微软雅黑" panose="020B0503020204020204" pitchFamily="34" charset="-122"/>
                <a:ea typeface="微软雅黑" panose="020B0503020204020204" pitchFamily="34" charset="-122"/>
              </a:rPr>
              <a:t>当      是实序列时</a:t>
            </a:r>
            <a:r>
              <a:rPr lang="zh-CN" altLang="en-US" sz="2800" b="1" dirty="0">
                <a:solidFill>
                  <a:srgbClr val="000000"/>
                </a:solidFill>
                <a:latin typeface="微软雅黑" panose="020B0503020204020204" pitchFamily="34" charset="-122"/>
                <a:ea typeface="微软雅黑" panose="020B0503020204020204" pitchFamily="34" charset="-122"/>
              </a:rPr>
              <a:t>，                         。</a:t>
            </a:r>
          </a:p>
          <a:p>
            <a:pPr marL="342900" indent="-342900" eaLnBrk="1" hangingPunct="1">
              <a:lnSpc>
                <a:spcPct val="11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即：</a:t>
            </a:r>
            <a:r>
              <a:rPr lang="zh-CN" altLang="en-US" sz="2800" b="1" dirty="0">
                <a:solidFill>
                  <a:srgbClr val="FF0000"/>
                </a:solidFill>
                <a:latin typeface="微软雅黑" panose="020B0503020204020204" pitchFamily="34" charset="-122"/>
                <a:ea typeface="微软雅黑" panose="020B0503020204020204" pitchFamily="34" charset="-122"/>
              </a:rPr>
              <a:t>输出</a:t>
            </a:r>
            <a:r>
              <a:rPr lang="zh-CN" altLang="en-US" sz="2800" b="1" dirty="0">
                <a:solidFill>
                  <a:srgbClr val="000000"/>
                </a:solidFill>
                <a:latin typeface="微软雅黑" panose="020B0503020204020204" pitchFamily="34" charset="-122"/>
                <a:ea typeface="微软雅黑" panose="020B0503020204020204" pitchFamily="34" charset="-122"/>
              </a:rPr>
              <a:t>随机过程的</a:t>
            </a:r>
            <a:r>
              <a:rPr lang="zh-CN" altLang="en-US" sz="2800" b="1" dirty="0">
                <a:solidFill>
                  <a:srgbClr val="FF0000"/>
                </a:solidFill>
                <a:latin typeface="微软雅黑" panose="020B0503020204020204" pitchFamily="34" charset="-122"/>
                <a:ea typeface="微软雅黑" panose="020B0503020204020204" pitchFamily="34" charset="-122"/>
              </a:rPr>
              <a:t>功率谱</a:t>
            </a:r>
            <a:r>
              <a:rPr lang="zh-CN" altLang="en-US" sz="2800" b="1" dirty="0">
                <a:solidFill>
                  <a:srgbClr val="000000"/>
                </a:solidFill>
                <a:latin typeface="微软雅黑" panose="020B0503020204020204" pitchFamily="34" charset="-122"/>
                <a:ea typeface="微软雅黑" panose="020B0503020204020204" pitchFamily="34" charset="-122"/>
              </a:rPr>
              <a:t>，等于</a:t>
            </a:r>
            <a:r>
              <a:rPr lang="zh-CN" altLang="en-US" sz="2800" b="1" dirty="0">
                <a:solidFill>
                  <a:srgbClr val="002060"/>
                </a:solidFill>
                <a:latin typeface="微软雅黑" panose="020B0503020204020204" pitchFamily="34" charset="-122"/>
                <a:ea typeface="微软雅黑" panose="020B0503020204020204" pitchFamily="34" charset="-122"/>
              </a:rPr>
              <a:t>输入</a:t>
            </a:r>
            <a:r>
              <a:rPr lang="zh-CN" altLang="en-US" sz="2800" b="1" dirty="0">
                <a:solidFill>
                  <a:srgbClr val="000000"/>
                </a:solidFill>
                <a:latin typeface="微软雅黑" panose="020B0503020204020204" pitchFamily="34" charset="-122"/>
                <a:ea typeface="微软雅黑" panose="020B0503020204020204" pitchFamily="34" charset="-122"/>
              </a:rPr>
              <a:t>随机过程的功率谱</a:t>
            </a:r>
          </a:p>
          <a:p>
            <a:pPr marL="342900" indent="-342900" eaLnBrk="1" hangingPunct="1">
              <a:lnSpc>
                <a:spcPct val="11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与</a:t>
            </a:r>
            <a:r>
              <a:rPr lang="zh-CN" altLang="en-US" sz="2800" b="1" dirty="0">
                <a:solidFill>
                  <a:srgbClr val="002060"/>
                </a:solidFill>
                <a:latin typeface="微软雅黑" panose="020B0503020204020204" pitchFamily="34" charset="-122"/>
                <a:ea typeface="微软雅黑" panose="020B0503020204020204" pitchFamily="34" charset="-122"/>
              </a:rPr>
              <a:t>系统频率特性幅度平方</a:t>
            </a:r>
            <a:r>
              <a:rPr lang="zh-CN" altLang="en-US" sz="2800" b="1" dirty="0">
                <a:solidFill>
                  <a:srgbClr val="000000"/>
                </a:solidFill>
                <a:latin typeface="微软雅黑" panose="020B0503020204020204" pitchFamily="34" charset="-122"/>
                <a:ea typeface="微软雅黑" panose="020B0503020204020204" pitchFamily="34" charset="-122"/>
              </a:rPr>
              <a:t>的乘积。</a:t>
            </a:r>
          </a:p>
          <a:p>
            <a:pPr marL="342900" indent="-342900" eaLnBrk="1" hangingPunct="1">
              <a:lnSpc>
                <a:spcPct val="110000"/>
              </a:lnSpc>
              <a:spcBef>
                <a:spcPct val="20000"/>
              </a:spcBef>
              <a:buClr>
                <a:schemeClr val="hlink"/>
              </a:buClr>
              <a:buSzPct val="75000"/>
              <a:buFont typeface="Wingdings" panose="05000000000000000000" pitchFamily="2" charset="2"/>
            </a:pPr>
            <a:endParaRPr lang="en-US" altLang="zh-CN"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10000"/>
              </a:lnSpc>
              <a:spcBef>
                <a:spcPct val="20000"/>
              </a:spcBef>
              <a:buClr>
                <a:schemeClr val="hlink"/>
              </a:buClr>
              <a:buSzPct val="75000"/>
              <a:buFont typeface="Wingdings" panose="05000000000000000000" pitchFamily="2" charset="2"/>
            </a:pPr>
            <a:r>
              <a:rPr lang="en-US" altLang="zh-CN" sz="2800" b="1" dirty="0">
                <a:solidFill>
                  <a:srgbClr val="000000"/>
                </a:solidFill>
                <a:latin typeface="微软雅黑" panose="020B0503020204020204" pitchFamily="34" charset="-122"/>
                <a:ea typeface="微软雅黑" panose="020B0503020204020204" pitchFamily="34" charset="-122"/>
              </a:rPr>
              <a:t>5.7.5  </a:t>
            </a:r>
            <a:r>
              <a:rPr lang="zh-CN" altLang="en-US" sz="2800" b="1" dirty="0">
                <a:solidFill>
                  <a:srgbClr val="000000"/>
                </a:solidFill>
                <a:latin typeface="微软雅黑" panose="020B0503020204020204" pitchFamily="34" charset="-122"/>
                <a:ea typeface="微软雅黑" panose="020B0503020204020204" pitchFamily="34" charset="-122"/>
              </a:rPr>
              <a:t>输出随机过程的互相关序列</a:t>
            </a:r>
          </a:p>
          <a:p>
            <a:pPr marL="342900" indent="-342900" eaLnBrk="1" hangingPunct="1">
              <a:lnSpc>
                <a:spcPct val="11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1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1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1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1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即</a:t>
            </a:r>
            <a:r>
              <a:rPr lang="zh-CN" altLang="en-US" sz="2800" b="1" dirty="0">
                <a:solidFill>
                  <a:srgbClr val="0000FF"/>
                </a:solidFill>
                <a:latin typeface="Times New Roman" panose="02020603050405020304" pitchFamily="18" charset="0"/>
              </a:rPr>
              <a:t>：</a:t>
            </a:r>
          </a:p>
        </p:txBody>
      </p:sp>
      <p:graphicFrame>
        <p:nvGraphicFramePr>
          <p:cNvPr id="32770" name="Object 3"/>
          <p:cNvGraphicFramePr>
            <a:graphicFrameLocks noChangeAspect="1"/>
          </p:cNvGraphicFramePr>
          <p:nvPr/>
        </p:nvGraphicFramePr>
        <p:xfrm>
          <a:off x="1335088" y="714375"/>
          <a:ext cx="644525" cy="411163"/>
        </p:xfrm>
        <a:graphic>
          <a:graphicData uri="http://schemas.openxmlformats.org/presentationml/2006/ole">
            <mc:AlternateContent xmlns:mc="http://schemas.openxmlformats.org/markup-compatibility/2006">
              <mc:Choice xmlns:v="urn:schemas-microsoft-com:vml" Requires="v">
                <p:oleObj r:id="rId2" imgW="317500" imgH="203200" progId="Equation.DSMT4">
                  <p:embed/>
                </p:oleObj>
              </mc:Choice>
              <mc:Fallback>
                <p:oleObj r:id="rId2" imgW="317500" imgH="203200" progId="Equation.DSMT4">
                  <p:embed/>
                  <p:pic>
                    <p:nvPicPr>
                      <p:cNvPr id="0" name="图片 3261"/>
                      <p:cNvPicPr/>
                      <p:nvPr/>
                    </p:nvPicPr>
                    <p:blipFill>
                      <a:blip r:embed="rId3"/>
                      <a:stretch>
                        <a:fillRect/>
                      </a:stretch>
                    </p:blipFill>
                    <p:spPr>
                      <a:xfrm>
                        <a:off x="1335088" y="714375"/>
                        <a:ext cx="644525" cy="411163"/>
                      </a:xfrm>
                      <a:prstGeom prst="rect">
                        <a:avLst/>
                      </a:prstGeom>
                      <a:noFill/>
                      <a:ln w="38100">
                        <a:noFill/>
                        <a:miter/>
                      </a:ln>
                    </p:spPr>
                  </p:pic>
                </p:oleObj>
              </mc:Fallback>
            </mc:AlternateContent>
          </a:graphicData>
        </a:graphic>
      </p:graphicFrame>
      <p:graphicFrame>
        <p:nvGraphicFramePr>
          <p:cNvPr id="32771" name="Object 4"/>
          <p:cNvGraphicFramePr>
            <a:graphicFrameLocks noChangeAspect="1"/>
          </p:cNvGraphicFramePr>
          <p:nvPr/>
        </p:nvGraphicFramePr>
        <p:xfrm>
          <a:off x="4140200" y="620713"/>
          <a:ext cx="2420938" cy="468312"/>
        </p:xfrm>
        <a:graphic>
          <a:graphicData uri="http://schemas.openxmlformats.org/presentationml/2006/ole">
            <mc:AlternateContent xmlns:mc="http://schemas.openxmlformats.org/markup-compatibility/2006">
              <mc:Choice xmlns:v="urn:schemas-microsoft-com:vml" Requires="v">
                <p:oleObj r:id="rId4" imgW="1181100" imgH="228600" progId="Equation.DSMT4">
                  <p:embed/>
                </p:oleObj>
              </mc:Choice>
              <mc:Fallback>
                <p:oleObj r:id="rId4" imgW="1181100" imgH="228600" progId="Equation.DSMT4">
                  <p:embed/>
                  <p:pic>
                    <p:nvPicPr>
                      <p:cNvPr id="0" name="图片 3269"/>
                      <p:cNvPicPr/>
                      <p:nvPr/>
                    </p:nvPicPr>
                    <p:blipFill>
                      <a:blip r:embed="rId5"/>
                      <a:stretch>
                        <a:fillRect/>
                      </a:stretch>
                    </p:blipFill>
                    <p:spPr>
                      <a:xfrm>
                        <a:off x="4140200" y="620713"/>
                        <a:ext cx="2420938" cy="468312"/>
                      </a:xfrm>
                      <a:prstGeom prst="rect">
                        <a:avLst/>
                      </a:prstGeom>
                      <a:noFill/>
                      <a:ln w="38100">
                        <a:noFill/>
                        <a:miter/>
                      </a:ln>
                    </p:spPr>
                  </p:pic>
                </p:oleObj>
              </mc:Fallback>
            </mc:AlternateContent>
          </a:graphicData>
        </a:graphic>
      </p:graphicFrame>
      <p:graphicFrame>
        <p:nvGraphicFramePr>
          <p:cNvPr id="32772" name="Object 5"/>
          <p:cNvGraphicFramePr>
            <a:graphicFrameLocks noChangeAspect="1"/>
          </p:cNvGraphicFramePr>
          <p:nvPr/>
        </p:nvGraphicFramePr>
        <p:xfrm>
          <a:off x="5795963" y="2781300"/>
          <a:ext cx="1050925" cy="550863"/>
        </p:xfrm>
        <a:graphic>
          <a:graphicData uri="http://schemas.openxmlformats.org/presentationml/2006/ole">
            <mc:AlternateContent xmlns:mc="http://schemas.openxmlformats.org/markup-compatibility/2006">
              <mc:Choice xmlns:v="urn:schemas-microsoft-com:vml" Requires="v">
                <p:oleObj r:id="rId6" imgW="457200" imgH="241300" progId="Equation.DSMT4">
                  <p:embed/>
                </p:oleObj>
              </mc:Choice>
              <mc:Fallback>
                <p:oleObj r:id="rId6" imgW="457200" imgH="241300" progId="Equation.DSMT4">
                  <p:embed/>
                  <p:pic>
                    <p:nvPicPr>
                      <p:cNvPr id="0" name="图片 3271"/>
                      <p:cNvPicPr/>
                      <p:nvPr/>
                    </p:nvPicPr>
                    <p:blipFill>
                      <a:blip r:embed="rId7"/>
                      <a:stretch>
                        <a:fillRect/>
                      </a:stretch>
                    </p:blipFill>
                    <p:spPr>
                      <a:xfrm>
                        <a:off x="5795963" y="2781300"/>
                        <a:ext cx="1050925" cy="550863"/>
                      </a:xfrm>
                      <a:prstGeom prst="rect">
                        <a:avLst/>
                      </a:prstGeom>
                      <a:noFill/>
                      <a:ln w="38100">
                        <a:noFill/>
                        <a:miter/>
                      </a:ln>
                    </p:spPr>
                  </p:pic>
                </p:oleObj>
              </mc:Fallback>
            </mc:AlternateContent>
          </a:graphicData>
        </a:graphic>
      </p:graphicFrame>
      <p:graphicFrame>
        <p:nvGraphicFramePr>
          <p:cNvPr id="32773" name="Object 6"/>
          <p:cNvGraphicFramePr>
            <a:graphicFrameLocks noChangeAspect="1"/>
          </p:cNvGraphicFramePr>
          <p:nvPr/>
        </p:nvGraphicFramePr>
        <p:xfrm>
          <a:off x="715963" y="3357563"/>
          <a:ext cx="7096125" cy="879475"/>
        </p:xfrm>
        <a:graphic>
          <a:graphicData uri="http://schemas.openxmlformats.org/presentationml/2006/ole">
            <mc:AlternateContent xmlns:mc="http://schemas.openxmlformats.org/markup-compatibility/2006">
              <mc:Choice xmlns:v="urn:schemas-microsoft-com:vml" Requires="v">
                <p:oleObj r:id="rId8" imgW="3454400" imgH="431800" progId="Equation.DSMT4">
                  <p:embed/>
                </p:oleObj>
              </mc:Choice>
              <mc:Fallback>
                <p:oleObj r:id="rId8" imgW="3454400" imgH="431800" progId="Equation.DSMT4">
                  <p:embed/>
                  <p:pic>
                    <p:nvPicPr>
                      <p:cNvPr id="0" name="图片 3270"/>
                      <p:cNvPicPr/>
                      <p:nvPr/>
                    </p:nvPicPr>
                    <p:blipFill>
                      <a:blip r:embed="rId9"/>
                      <a:stretch>
                        <a:fillRect/>
                      </a:stretch>
                    </p:blipFill>
                    <p:spPr>
                      <a:xfrm>
                        <a:off x="715963" y="3357563"/>
                        <a:ext cx="7096125" cy="879475"/>
                      </a:xfrm>
                      <a:prstGeom prst="rect">
                        <a:avLst/>
                      </a:prstGeom>
                      <a:noFill/>
                      <a:ln w="38100">
                        <a:noFill/>
                        <a:miter/>
                      </a:ln>
                    </p:spPr>
                  </p:pic>
                </p:oleObj>
              </mc:Fallback>
            </mc:AlternateContent>
          </a:graphicData>
        </a:graphic>
      </p:graphicFrame>
      <p:graphicFrame>
        <p:nvGraphicFramePr>
          <p:cNvPr id="32774" name="Object 7"/>
          <p:cNvGraphicFramePr>
            <a:graphicFrameLocks noChangeAspect="1"/>
          </p:cNvGraphicFramePr>
          <p:nvPr/>
        </p:nvGraphicFramePr>
        <p:xfrm>
          <a:off x="1747838" y="4076700"/>
          <a:ext cx="3832225" cy="881063"/>
        </p:xfrm>
        <a:graphic>
          <a:graphicData uri="http://schemas.openxmlformats.org/presentationml/2006/ole">
            <mc:AlternateContent xmlns:mc="http://schemas.openxmlformats.org/markup-compatibility/2006">
              <mc:Choice xmlns:v="urn:schemas-microsoft-com:vml" Requires="v">
                <p:oleObj r:id="rId10" imgW="1866900" imgH="431800" progId="Equation.DSMT4">
                  <p:embed/>
                </p:oleObj>
              </mc:Choice>
              <mc:Fallback>
                <p:oleObj r:id="rId10" imgW="1866900" imgH="431800" progId="Equation.DSMT4">
                  <p:embed/>
                  <p:pic>
                    <p:nvPicPr>
                      <p:cNvPr id="0" name="图片 3263"/>
                      <p:cNvPicPr/>
                      <p:nvPr/>
                    </p:nvPicPr>
                    <p:blipFill>
                      <a:blip r:embed="rId11"/>
                      <a:stretch>
                        <a:fillRect/>
                      </a:stretch>
                    </p:blipFill>
                    <p:spPr>
                      <a:xfrm>
                        <a:off x="1747838" y="4076700"/>
                        <a:ext cx="3832225" cy="881063"/>
                      </a:xfrm>
                      <a:prstGeom prst="rect">
                        <a:avLst/>
                      </a:prstGeom>
                      <a:noFill/>
                      <a:ln w="38100">
                        <a:noFill/>
                        <a:miter/>
                      </a:ln>
                    </p:spPr>
                  </p:pic>
                </p:oleObj>
              </mc:Fallback>
            </mc:AlternateContent>
          </a:graphicData>
        </a:graphic>
      </p:graphicFrame>
      <p:graphicFrame>
        <p:nvGraphicFramePr>
          <p:cNvPr id="32775" name="Object 8"/>
          <p:cNvGraphicFramePr>
            <a:graphicFrameLocks noChangeAspect="1"/>
          </p:cNvGraphicFramePr>
          <p:nvPr/>
        </p:nvGraphicFramePr>
        <p:xfrm>
          <a:off x="1692275" y="4868863"/>
          <a:ext cx="4672013" cy="881062"/>
        </p:xfrm>
        <a:graphic>
          <a:graphicData uri="http://schemas.openxmlformats.org/presentationml/2006/ole">
            <mc:AlternateContent xmlns:mc="http://schemas.openxmlformats.org/markup-compatibility/2006">
              <mc:Choice xmlns:v="urn:schemas-microsoft-com:vml" Requires="v">
                <p:oleObj r:id="rId12" imgW="2273300" imgH="431800" progId="Equation.DSMT4">
                  <p:embed/>
                </p:oleObj>
              </mc:Choice>
              <mc:Fallback>
                <p:oleObj r:id="rId12" imgW="2273300" imgH="431800" progId="Equation.DSMT4">
                  <p:embed/>
                  <p:pic>
                    <p:nvPicPr>
                      <p:cNvPr id="0" name="图片 3264"/>
                      <p:cNvPicPr/>
                      <p:nvPr/>
                    </p:nvPicPr>
                    <p:blipFill>
                      <a:blip r:embed="rId13"/>
                      <a:stretch>
                        <a:fillRect/>
                      </a:stretch>
                    </p:blipFill>
                    <p:spPr>
                      <a:xfrm>
                        <a:off x="1692275" y="4868863"/>
                        <a:ext cx="4672013" cy="881062"/>
                      </a:xfrm>
                      <a:prstGeom prst="rect">
                        <a:avLst/>
                      </a:prstGeom>
                      <a:noFill/>
                      <a:ln w="38100">
                        <a:noFill/>
                        <a:miter/>
                      </a:ln>
                    </p:spPr>
                  </p:pic>
                </p:oleObj>
              </mc:Fallback>
            </mc:AlternateContent>
          </a:graphicData>
        </a:graphic>
      </p:graphicFrame>
      <p:graphicFrame>
        <p:nvGraphicFramePr>
          <p:cNvPr id="32776" name="Object 9"/>
          <p:cNvGraphicFramePr>
            <a:graphicFrameLocks noChangeAspect="1"/>
          </p:cNvGraphicFramePr>
          <p:nvPr/>
        </p:nvGraphicFramePr>
        <p:xfrm>
          <a:off x="900113" y="5819775"/>
          <a:ext cx="2952750" cy="488950"/>
        </p:xfrm>
        <a:graphic>
          <a:graphicData uri="http://schemas.openxmlformats.org/presentationml/2006/ole">
            <mc:AlternateContent xmlns:mc="http://schemas.openxmlformats.org/markup-compatibility/2006">
              <mc:Choice xmlns:v="urn:schemas-microsoft-com:vml" Requires="v">
                <p:oleObj r:id="rId14" imgW="1435100" imgH="241300" progId="Equation.DSMT4">
                  <p:embed/>
                </p:oleObj>
              </mc:Choice>
              <mc:Fallback>
                <p:oleObj r:id="rId14" imgW="1435100" imgH="241300" progId="Equation.DSMT4">
                  <p:embed/>
                  <p:pic>
                    <p:nvPicPr>
                      <p:cNvPr id="0" name="图片 3266"/>
                      <p:cNvPicPr/>
                      <p:nvPr/>
                    </p:nvPicPr>
                    <p:blipFill>
                      <a:blip r:embed="rId15"/>
                      <a:stretch>
                        <a:fillRect/>
                      </a:stretch>
                    </p:blipFill>
                    <p:spPr>
                      <a:xfrm>
                        <a:off x="900113" y="5819775"/>
                        <a:ext cx="2952750" cy="488950"/>
                      </a:xfrm>
                      <a:prstGeom prst="rect">
                        <a:avLst/>
                      </a:prstGeom>
                      <a:noFill/>
                      <a:ln w="38100">
                        <a:noFill/>
                        <a:miter/>
                      </a:ln>
                    </p:spPr>
                  </p:pic>
                </p:oleObj>
              </mc:Fallback>
            </mc:AlternateContent>
          </a:graphicData>
        </a:graphic>
      </p:graphicFrame>
      <p:sp>
        <p:nvSpPr>
          <p:cNvPr id="32778"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37</a:t>
            </a:fld>
            <a:endParaRPr lang="zh-CN" alt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1" name="Rectangle 30"/>
          <p:cNvSpPr>
            <a:spLocks noRot="1"/>
          </p:cNvSpPr>
          <p:nvPr/>
        </p:nvSpPr>
        <p:spPr>
          <a:xfrm>
            <a:off x="215900" y="569913"/>
            <a:ext cx="8677275" cy="5407025"/>
          </a:xfrm>
          <a:prstGeom prst="rect">
            <a:avLst/>
          </a:prstGeom>
          <a:noFill/>
          <a:ln w="9525">
            <a:noFill/>
          </a:ln>
        </p:spPr>
        <p:txBody>
          <a:bodyPr/>
          <a:lstStyle/>
          <a:p>
            <a:pPr marL="342900" indent="-342900" eaLnBrk="1" hangingPunct="1">
              <a:lnSpc>
                <a:spcPct val="15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系统冲激响应的自相关序列          为：</a:t>
            </a:r>
          </a:p>
          <a:p>
            <a:pPr marL="342900" indent="-342900" eaLnBrk="1" hangingPunct="1">
              <a:lnSpc>
                <a:spcPct val="15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5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所以：</a:t>
            </a:r>
          </a:p>
          <a:p>
            <a:pPr marL="342900" indent="-342900" eaLnBrk="1" hangingPunct="1">
              <a:lnSpc>
                <a:spcPct val="150000"/>
              </a:lnSpc>
              <a:spcBef>
                <a:spcPct val="20000"/>
              </a:spcBef>
              <a:buClr>
                <a:schemeClr val="hlink"/>
              </a:buClr>
              <a:buSzPct val="75000"/>
              <a:buFont typeface="Wingdings" panose="05000000000000000000" pitchFamily="2" charset="2"/>
            </a:pPr>
            <a:endParaRPr lang="zh-CN" altLang="en-US"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5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上式说明，输出随机过程的自相关序列，可以通过输入与输出间的互相关序列与系统冲激响应进行相关计算来得到</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注意：       与          进行线性卷积等效于        进行自相关运算</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a:t>
            </a:r>
          </a:p>
        </p:txBody>
      </p:sp>
      <p:graphicFrame>
        <p:nvGraphicFramePr>
          <p:cNvPr id="33794" name="Object 36"/>
          <p:cNvGraphicFramePr>
            <a:graphicFrameLocks noChangeAspect="1"/>
          </p:cNvGraphicFramePr>
          <p:nvPr/>
        </p:nvGraphicFramePr>
        <p:xfrm>
          <a:off x="4572000" y="765175"/>
          <a:ext cx="979488" cy="479425"/>
        </p:xfrm>
        <a:graphic>
          <a:graphicData uri="http://schemas.openxmlformats.org/presentationml/2006/ole">
            <mc:AlternateContent xmlns:mc="http://schemas.openxmlformats.org/markup-compatibility/2006">
              <mc:Choice xmlns:v="urn:schemas-microsoft-com:vml" Requires="v">
                <p:oleObj r:id="rId2" imgW="469900" imgH="228600" progId="Equation.DSMT4">
                  <p:embed/>
                </p:oleObj>
              </mc:Choice>
              <mc:Fallback>
                <p:oleObj r:id="rId2" imgW="469900" imgH="228600" progId="Equation.DSMT4">
                  <p:embed/>
                  <p:pic>
                    <p:nvPicPr>
                      <p:cNvPr id="0" name="图片 3277"/>
                      <p:cNvPicPr/>
                      <p:nvPr/>
                    </p:nvPicPr>
                    <p:blipFill>
                      <a:blip r:embed="rId3"/>
                      <a:stretch>
                        <a:fillRect/>
                      </a:stretch>
                    </p:blipFill>
                    <p:spPr>
                      <a:xfrm>
                        <a:off x="4572000" y="765175"/>
                        <a:ext cx="979488" cy="479425"/>
                      </a:xfrm>
                      <a:prstGeom prst="rect">
                        <a:avLst/>
                      </a:prstGeom>
                      <a:noFill/>
                      <a:ln w="38100">
                        <a:noFill/>
                        <a:miter/>
                      </a:ln>
                    </p:spPr>
                  </p:pic>
                </p:oleObj>
              </mc:Fallback>
            </mc:AlternateContent>
          </a:graphicData>
        </a:graphic>
      </p:graphicFrame>
      <p:graphicFrame>
        <p:nvGraphicFramePr>
          <p:cNvPr id="33795" name="Object 35"/>
          <p:cNvGraphicFramePr>
            <a:graphicFrameLocks noChangeAspect="1"/>
          </p:cNvGraphicFramePr>
          <p:nvPr/>
        </p:nvGraphicFramePr>
        <p:xfrm>
          <a:off x="1187450" y="1377950"/>
          <a:ext cx="5832475" cy="996950"/>
        </p:xfrm>
        <a:graphic>
          <a:graphicData uri="http://schemas.openxmlformats.org/presentationml/2006/ole">
            <mc:AlternateContent xmlns:mc="http://schemas.openxmlformats.org/markup-compatibility/2006">
              <mc:Choice xmlns:v="urn:schemas-microsoft-com:vml" Requires="v">
                <p:oleObj r:id="rId4" imgW="2501900" imgH="431800" progId="Equation.DSMT4">
                  <p:embed/>
                </p:oleObj>
              </mc:Choice>
              <mc:Fallback>
                <p:oleObj r:id="rId4" imgW="2501900" imgH="431800" progId="Equation.DSMT4">
                  <p:embed/>
                  <p:pic>
                    <p:nvPicPr>
                      <p:cNvPr id="0" name="图片 3280"/>
                      <p:cNvPicPr/>
                      <p:nvPr/>
                    </p:nvPicPr>
                    <p:blipFill>
                      <a:blip r:embed="rId5"/>
                      <a:stretch>
                        <a:fillRect/>
                      </a:stretch>
                    </p:blipFill>
                    <p:spPr>
                      <a:xfrm>
                        <a:off x="1187450" y="1377950"/>
                        <a:ext cx="5832475" cy="996950"/>
                      </a:xfrm>
                      <a:prstGeom prst="rect">
                        <a:avLst/>
                      </a:prstGeom>
                      <a:noFill/>
                      <a:ln w="38100">
                        <a:noFill/>
                        <a:miter/>
                      </a:ln>
                    </p:spPr>
                  </p:pic>
                </p:oleObj>
              </mc:Fallback>
            </mc:AlternateContent>
          </a:graphicData>
        </a:graphic>
      </p:graphicFrame>
      <p:graphicFrame>
        <p:nvGraphicFramePr>
          <p:cNvPr id="33796" name="Object 34"/>
          <p:cNvGraphicFramePr>
            <a:graphicFrameLocks noChangeAspect="1"/>
          </p:cNvGraphicFramePr>
          <p:nvPr/>
        </p:nvGraphicFramePr>
        <p:xfrm>
          <a:off x="0" y="3328988"/>
          <a:ext cx="114300" cy="219075"/>
        </p:xfrm>
        <a:graphic>
          <a:graphicData uri="http://schemas.openxmlformats.org/presentationml/2006/ole">
            <mc:AlternateContent xmlns:mc="http://schemas.openxmlformats.org/markup-compatibility/2006">
              <mc:Choice xmlns:v="urn:schemas-microsoft-com:vml" Requires="v">
                <p:oleObj r:id="rId6" imgW="114300" imgH="215900" progId="Equation.DSMT4">
                  <p:embed/>
                </p:oleObj>
              </mc:Choice>
              <mc:Fallback>
                <p:oleObj r:id="rId6" imgW="114300" imgH="215900" progId="Equation.DSMT4">
                  <p:embed/>
                  <p:pic>
                    <p:nvPicPr>
                      <p:cNvPr id="0" name="图片 3276"/>
                      <p:cNvPicPr/>
                      <p:nvPr/>
                    </p:nvPicPr>
                    <p:blipFill>
                      <a:blip r:embed="rId7"/>
                      <a:stretch>
                        <a:fillRect/>
                      </a:stretch>
                    </p:blipFill>
                    <p:spPr>
                      <a:xfrm>
                        <a:off x="0" y="3328988"/>
                        <a:ext cx="114300" cy="219075"/>
                      </a:xfrm>
                      <a:prstGeom prst="rect">
                        <a:avLst/>
                      </a:prstGeom>
                      <a:noFill/>
                      <a:ln w="38100">
                        <a:noFill/>
                        <a:miter/>
                      </a:ln>
                    </p:spPr>
                  </p:pic>
                </p:oleObj>
              </mc:Fallback>
            </mc:AlternateContent>
          </a:graphicData>
        </a:graphic>
      </p:graphicFrame>
      <p:graphicFrame>
        <p:nvGraphicFramePr>
          <p:cNvPr id="33797" name="Object 33"/>
          <p:cNvGraphicFramePr>
            <a:graphicFrameLocks noChangeAspect="1"/>
          </p:cNvGraphicFramePr>
          <p:nvPr/>
        </p:nvGraphicFramePr>
        <p:xfrm>
          <a:off x="1292225" y="2790825"/>
          <a:ext cx="7134225" cy="566738"/>
        </p:xfrm>
        <a:graphic>
          <a:graphicData uri="http://schemas.openxmlformats.org/presentationml/2006/ole">
            <mc:AlternateContent xmlns:mc="http://schemas.openxmlformats.org/markup-compatibility/2006">
              <mc:Choice xmlns:v="urn:schemas-microsoft-com:vml" Requires="v">
                <p:oleObj r:id="rId8" imgW="2997200" imgH="241300" progId="Equation.DSMT4">
                  <p:embed/>
                </p:oleObj>
              </mc:Choice>
              <mc:Fallback>
                <p:oleObj r:id="rId8" imgW="2997200" imgH="241300" progId="Equation.DSMT4">
                  <p:embed/>
                  <p:pic>
                    <p:nvPicPr>
                      <p:cNvPr id="0" name="图片 3278"/>
                      <p:cNvPicPr/>
                      <p:nvPr/>
                    </p:nvPicPr>
                    <p:blipFill>
                      <a:blip r:embed="rId9"/>
                      <a:stretch>
                        <a:fillRect/>
                      </a:stretch>
                    </p:blipFill>
                    <p:spPr>
                      <a:xfrm>
                        <a:off x="1292225" y="2790825"/>
                        <a:ext cx="7134225" cy="566738"/>
                      </a:xfrm>
                      <a:prstGeom prst="rect">
                        <a:avLst/>
                      </a:prstGeom>
                      <a:noFill/>
                      <a:ln w="38100">
                        <a:noFill/>
                        <a:miter/>
                      </a:ln>
                    </p:spPr>
                  </p:pic>
                </p:oleObj>
              </mc:Fallback>
            </mc:AlternateContent>
          </a:graphicData>
        </a:graphic>
      </p:graphicFrame>
      <p:graphicFrame>
        <p:nvGraphicFramePr>
          <p:cNvPr id="33798" name="Object 32"/>
          <p:cNvGraphicFramePr>
            <a:graphicFrameLocks noChangeAspect="1"/>
          </p:cNvGraphicFramePr>
          <p:nvPr/>
        </p:nvGraphicFramePr>
        <p:xfrm>
          <a:off x="4716463" y="4941888"/>
          <a:ext cx="898525" cy="419100"/>
        </p:xfrm>
        <a:graphic>
          <a:graphicData uri="http://schemas.openxmlformats.org/presentationml/2006/ole">
            <mc:AlternateContent xmlns:mc="http://schemas.openxmlformats.org/markup-compatibility/2006">
              <mc:Choice xmlns:v="urn:schemas-microsoft-com:vml" Requires="v">
                <p:oleObj r:id="rId10" imgW="431800" imgH="203200" progId="Equation.DSMT4">
                  <p:embed/>
                </p:oleObj>
              </mc:Choice>
              <mc:Fallback>
                <p:oleObj r:id="rId10" imgW="431800" imgH="203200" progId="Equation.DSMT4">
                  <p:embed/>
                  <p:pic>
                    <p:nvPicPr>
                      <p:cNvPr id="0" name="图片 3281"/>
                      <p:cNvPicPr/>
                      <p:nvPr/>
                    </p:nvPicPr>
                    <p:blipFill>
                      <a:blip r:embed="rId11"/>
                      <a:stretch>
                        <a:fillRect/>
                      </a:stretch>
                    </p:blipFill>
                    <p:spPr>
                      <a:xfrm>
                        <a:off x="4716463" y="4941888"/>
                        <a:ext cx="898525" cy="419100"/>
                      </a:xfrm>
                      <a:prstGeom prst="rect">
                        <a:avLst/>
                      </a:prstGeom>
                      <a:noFill/>
                      <a:ln w="38100">
                        <a:noFill/>
                        <a:miter/>
                      </a:ln>
                    </p:spPr>
                  </p:pic>
                </p:oleObj>
              </mc:Fallback>
            </mc:AlternateContent>
          </a:graphicData>
        </a:graphic>
      </p:graphicFrame>
      <p:graphicFrame>
        <p:nvGraphicFramePr>
          <p:cNvPr id="33799" name="Object 31"/>
          <p:cNvGraphicFramePr>
            <a:graphicFrameLocks noChangeAspect="1"/>
          </p:cNvGraphicFramePr>
          <p:nvPr/>
        </p:nvGraphicFramePr>
        <p:xfrm>
          <a:off x="3492500" y="5013325"/>
          <a:ext cx="719138" cy="419100"/>
        </p:xfrm>
        <a:graphic>
          <a:graphicData uri="http://schemas.openxmlformats.org/presentationml/2006/ole">
            <mc:AlternateContent xmlns:mc="http://schemas.openxmlformats.org/markup-compatibility/2006">
              <mc:Choice xmlns:v="urn:schemas-microsoft-com:vml" Requires="v">
                <p:oleObj r:id="rId12" imgW="342900" imgH="203200" progId="Equation.DSMT4">
                  <p:embed/>
                </p:oleObj>
              </mc:Choice>
              <mc:Fallback>
                <p:oleObj r:id="rId12" imgW="342900" imgH="203200" progId="Equation.DSMT4">
                  <p:embed/>
                  <p:pic>
                    <p:nvPicPr>
                      <p:cNvPr id="0" name="图片 3279"/>
                      <p:cNvPicPr/>
                      <p:nvPr/>
                    </p:nvPicPr>
                    <p:blipFill>
                      <a:blip r:embed="rId13"/>
                      <a:stretch>
                        <a:fillRect/>
                      </a:stretch>
                    </p:blipFill>
                    <p:spPr>
                      <a:xfrm>
                        <a:off x="3492500" y="5013325"/>
                        <a:ext cx="719138" cy="419100"/>
                      </a:xfrm>
                      <a:prstGeom prst="rect">
                        <a:avLst/>
                      </a:prstGeom>
                      <a:noFill/>
                      <a:ln w="38100">
                        <a:noFill/>
                        <a:miter/>
                      </a:ln>
                    </p:spPr>
                  </p:pic>
                </p:oleObj>
              </mc:Fallback>
            </mc:AlternateContent>
          </a:graphicData>
        </a:graphic>
      </p:graphicFrame>
      <p:sp>
        <p:nvSpPr>
          <p:cNvPr id="33802" name="Rectangle 40"/>
          <p:cNvSpPr/>
          <p:nvPr/>
        </p:nvSpPr>
        <p:spPr>
          <a:xfrm>
            <a:off x="0" y="3548063"/>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33803"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38</a:t>
            </a:fld>
            <a:endParaRPr lang="zh-CN" altLang="en-US" sz="1400" dirty="0"/>
          </a:p>
        </p:txBody>
      </p:sp>
      <p:graphicFrame>
        <p:nvGraphicFramePr>
          <p:cNvPr id="33800" name="Object 11"/>
          <p:cNvGraphicFramePr>
            <a:graphicFrameLocks noChangeAspect="1"/>
          </p:cNvGraphicFramePr>
          <p:nvPr/>
        </p:nvGraphicFramePr>
        <p:xfrm>
          <a:off x="1042988" y="5589588"/>
          <a:ext cx="719137" cy="419100"/>
        </p:xfrm>
        <a:graphic>
          <a:graphicData uri="http://schemas.openxmlformats.org/presentationml/2006/ole">
            <mc:AlternateContent xmlns:mc="http://schemas.openxmlformats.org/markup-compatibility/2006">
              <mc:Choice xmlns:v="urn:schemas-microsoft-com:vml" Requires="v">
                <p:oleObj r:id="rId14" imgW="342900" imgH="203200" progId="Equation.DSMT4">
                  <p:embed/>
                </p:oleObj>
              </mc:Choice>
              <mc:Fallback>
                <p:oleObj r:id="rId14" imgW="342900" imgH="203200" progId="Equation.DSMT4">
                  <p:embed/>
                  <p:pic>
                    <p:nvPicPr>
                      <p:cNvPr id="0" name="图片 3282"/>
                      <p:cNvPicPr/>
                      <p:nvPr/>
                    </p:nvPicPr>
                    <p:blipFill>
                      <a:blip r:embed="rId13"/>
                      <a:stretch>
                        <a:fillRect/>
                      </a:stretch>
                    </p:blipFill>
                    <p:spPr>
                      <a:xfrm>
                        <a:off x="1042988" y="5589588"/>
                        <a:ext cx="719137" cy="419100"/>
                      </a:xfrm>
                      <a:prstGeom prst="rect">
                        <a:avLst/>
                      </a:prstGeom>
                      <a:noFill/>
                      <a:ln w="38100">
                        <a:noFill/>
                        <a:miter/>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39</a:t>
            </a:fld>
            <a:endParaRPr lang="zh-CN" altLang="en-US" sz="1400" dirty="0"/>
          </a:p>
        </p:txBody>
      </p:sp>
      <p:pic>
        <p:nvPicPr>
          <p:cNvPr id="56323" name="Picture 4"/>
          <p:cNvPicPr>
            <a:picLocks noChangeAspect="1"/>
          </p:cNvPicPr>
          <p:nvPr/>
        </p:nvPicPr>
        <p:blipFill>
          <a:blip r:embed="rId2"/>
          <a:stretch>
            <a:fillRect/>
          </a:stretch>
        </p:blipFill>
        <p:spPr>
          <a:xfrm>
            <a:off x="1187450" y="1125538"/>
            <a:ext cx="6743700" cy="1209675"/>
          </a:xfrm>
          <a:prstGeom prst="rect">
            <a:avLst/>
          </a:prstGeom>
          <a:noFill/>
          <a:ln w="9525">
            <a:noFill/>
          </a:ln>
        </p:spPr>
      </p:pic>
      <p:sp>
        <p:nvSpPr>
          <p:cNvPr id="56324" name="TextBox 6"/>
          <p:cNvSpPr txBox="1"/>
          <p:nvPr/>
        </p:nvSpPr>
        <p:spPr>
          <a:xfrm>
            <a:off x="539750" y="2420938"/>
            <a:ext cx="5368925" cy="523875"/>
          </a:xfrm>
          <a:prstGeom prst="rect">
            <a:avLst/>
          </a:prstGeom>
          <a:noFill/>
          <a:ln w="9525">
            <a:noFill/>
          </a:ln>
        </p:spPr>
        <p:txBody>
          <a:bodyPr wrap="none">
            <a:spAutoFit/>
          </a:bodyPr>
          <a:lstStyle/>
          <a:p>
            <a:pPr>
              <a:buFont typeface="Wingdings" panose="05000000000000000000" pitchFamily="2" charset="2"/>
              <a:buChar char="l"/>
            </a:pPr>
            <a:r>
              <a:rPr lang="zh-CN" altLang="en-US" sz="2800" b="1" dirty="0">
                <a:solidFill>
                  <a:srgbClr val="002060"/>
                </a:solidFill>
                <a:latin typeface="微软雅黑" panose="020B0503020204020204" pitchFamily="34" charset="-122"/>
                <a:ea typeface="微软雅黑" panose="020B0503020204020204" pitchFamily="34" charset="-122"/>
              </a:rPr>
              <a:t>确定序列         的自相关序列：</a:t>
            </a:r>
          </a:p>
        </p:txBody>
      </p:sp>
      <p:sp>
        <p:nvSpPr>
          <p:cNvPr id="56325" name="TextBox 7"/>
          <p:cNvSpPr txBox="1"/>
          <p:nvPr/>
        </p:nvSpPr>
        <p:spPr>
          <a:xfrm>
            <a:off x="468313" y="620713"/>
            <a:ext cx="6119812" cy="523875"/>
          </a:xfrm>
          <a:prstGeom prst="rect">
            <a:avLst/>
          </a:prstGeom>
          <a:noFill/>
          <a:ln w="9525">
            <a:noFill/>
          </a:ln>
        </p:spPr>
        <p:txBody>
          <a:bodyPr wrap="none">
            <a:spAutoFit/>
          </a:bodyPr>
          <a:lstStyle/>
          <a:p>
            <a:pPr>
              <a:buFont typeface="Wingdings" panose="05000000000000000000" pitchFamily="2" charset="2"/>
              <a:buChar char="l"/>
            </a:pPr>
            <a:r>
              <a:rPr lang="zh-CN" altLang="en-US" sz="2800" b="1" dirty="0">
                <a:solidFill>
                  <a:srgbClr val="002060"/>
                </a:solidFill>
                <a:latin typeface="微软雅黑" panose="020B0503020204020204" pitchFamily="34" charset="-122"/>
                <a:ea typeface="微软雅黑" panose="020B0503020204020204" pitchFamily="34" charset="-122"/>
              </a:rPr>
              <a:t>确定序列                的互相关序列：</a:t>
            </a:r>
          </a:p>
        </p:txBody>
      </p:sp>
      <p:pic>
        <p:nvPicPr>
          <p:cNvPr id="56326" name="Picture 5"/>
          <p:cNvPicPr>
            <a:picLocks noChangeAspect="1"/>
          </p:cNvPicPr>
          <p:nvPr/>
        </p:nvPicPr>
        <p:blipFill>
          <a:blip r:embed="rId3"/>
          <a:stretch>
            <a:fillRect/>
          </a:stretch>
        </p:blipFill>
        <p:spPr>
          <a:xfrm>
            <a:off x="2411413" y="620713"/>
            <a:ext cx="1504950" cy="457200"/>
          </a:xfrm>
          <a:prstGeom prst="rect">
            <a:avLst/>
          </a:prstGeom>
          <a:noFill/>
          <a:ln w="9525">
            <a:noFill/>
          </a:ln>
        </p:spPr>
      </p:pic>
      <p:pic>
        <p:nvPicPr>
          <p:cNvPr id="56327" name="Picture 6"/>
          <p:cNvPicPr>
            <a:picLocks noChangeAspect="1"/>
          </p:cNvPicPr>
          <p:nvPr/>
        </p:nvPicPr>
        <p:blipFill>
          <a:blip r:embed="rId4"/>
          <a:stretch>
            <a:fillRect/>
          </a:stretch>
        </p:blipFill>
        <p:spPr>
          <a:xfrm>
            <a:off x="2339975" y="2492375"/>
            <a:ext cx="733425" cy="457200"/>
          </a:xfrm>
          <a:prstGeom prst="rect">
            <a:avLst/>
          </a:prstGeom>
          <a:noFill/>
          <a:ln w="9525">
            <a:noFill/>
          </a:ln>
        </p:spPr>
      </p:pic>
      <p:pic>
        <p:nvPicPr>
          <p:cNvPr id="56328" name="Picture 8"/>
          <p:cNvPicPr>
            <a:picLocks noChangeAspect="1"/>
          </p:cNvPicPr>
          <p:nvPr/>
        </p:nvPicPr>
        <p:blipFill>
          <a:blip r:embed="rId5"/>
          <a:stretch>
            <a:fillRect/>
          </a:stretch>
        </p:blipFill>
        <p:spPr>
          <a:xfrm>
            <a:off x="971550" y="3141663"/>
            <a:ext cx="6800850" cy="676275"/>
          </a:xfrm>
          <a:prstGeom prst="rect">
            <a:avLst/>
          </a:prstGeom>
          <a:noFill/>
          <a:ln w="9525">
            <a:noFill/>
          </a:ln>
        </p:spPr>
      </p:pic>
      <p:pic>
        <p:nvPicPr>
          <p:cNvPr id="56329" name="Picture 9"/>
          <p:cNvPicPr>
            <a:picLocks noChangeAspect="1"/>
          </p:cNvPicPr>
          <p:nvPr/>
        </p:nvPicPr>
        <p:blipFill>
          <a:blip r:embed="rId6"/>
          <a:stretch>
            <a:fillRect/>
          </a:stretch>
        </p:blipFill>
        <p:spPr>
          <a:xfrm>
            <a:off x="900113" y="3933825"/>
            <a:ext cx="7477125" cy="619125"/>
          </a:xfrm>
          <a:prstGeom prst="rect">
            <a:avLst/>
          </a:prstGeom>
          <a:noFill/>
          <a:ln w="9525">
            <a:noFill/>
          </a:ln>
        </p:spPr>
      </p:pic>
      <p:sp>
        <p:nvSpPr>
          <p:cNvPr id="56330" name="右箭头 13"/>
          <p:cNvSpPr/>
          <p:nvPr/>
        </p:nvSpPr>
        <p:spPr>
          <a:xfrm>
            <a:off x="323850" y="4076700"/>
            <a:ext cx="576263" cy="504825"/>
          </a:xfrm>
          <a:prstGeom prst="rightArrow">
            <a:avLst>
              <a:gd name="adj1" fmla="val 50000"/>
              <a:gd name="adj2" fmla="val 49941"/>
            </a:avLst>
          </a:prstGeom>
          <a:solidFill>
            <a:srgbClr val="FF3300"/>
          </a:solidFill>
          <a:ln w="9525" cap="flat" cmpd="sng">
            <a:solidFill>
              <a:schemeClr val="tx1"/>
            </a:solidFill>
            <a:prstDash val="solid"/>
            <a:round/>
            <a:headEnd type="none" w="med" len="med"/>
            <a:tailEnd type="none" w="med" len="med"/>
          </a:ln>
        </p:spPr>
        <p:txBody>
          <a:bodyPr/>
          <a:lstStyle/>
          <a:p>
            <a:pPr eaLnBrk="1" hangingPunct="1"/>
            <a:endParaRPr lang="zh-CN" altLang="en-US" b="1" dirty="0">
              <a:solidFill>
                <a:srgbClr val="FF3300"/>
              </a:solidFill>
              <a:latin typeface="Arial" panose="020B0604020202020204" pitchFamily="34" charset="0"/>
            </a:endParaRPr>
          </a:p>
        </p:txBody>
      </p:sp>
      <p:pic>
        <p:nvPicPr>
          <p:cNvPr id="56331" name="Picture 4"/>
          <p:cNvPicPr>
            <a:picLocks noChangeAspect="1"/>
          </p:cNvPicPr>
          <p:nvPr/>
        </p:nvPicPr>
        <p:blipFill>
          <a:blip r:embed="rId7"/>
          <a:stretch>
            <a:fillRect/>
          </a:stretch>
        </p:blipFill>
        <p:spPr>
          <a:xfrm>
            <a:off x="395288" y="4868863"/>
            <a:ext cx="4181475" cy="800100"/>
          </a:xfrm>
          <a:prstGeom prst="rect">
            <a:avLst/>
          </a:prstGeom>
          <a:noFill/>
          <a:ln w="9525">
            <a:noFill/>
          </a:ln>
        </p:spPr>
      </p:pic>
      <p:pic>
        <p:nvPicPr>
          <p:cNvPr id="56332" name="Picture 5"/>
          <p:cNvPicPr>
            <a:picLocks noChangeAspect="1"/>
          </p:cNvPicPr>
          <p:nvPr/>
        </p:nvPicPr>
        <p:blipFill>
          <a:blip r:embed="rId8"/>
          <a:stretch>
            <a:fillRect/>
          </a:stretch>
        </p:blipFill>
        <p:spPr>
          <a:xfrm>
            <a:off x="4787900" y="4868863"/>
            <a:ext cx="4067175" cy="771525"/>
          </a:xfrm>
          <a:prstGeom prst="rect">
            <a:avLst/>
          </a:prstGeom>
          <a:noFill/>
          <a:ln w="9525">
            <a:noFill/>
          </a:ln>
        </p:spPr>
      </p:pic>
      <p:sp>
        <p:nvSpPr>
          <p:cNvPr id="56333" name="TextBox 16"/>
          <p:cNvSpPr txBox="1"/>
          <p:nvPr/>
        </p:nvSpPr>
        <p:spPr>
          <a:xfrm>
            <a:off x="539750" y="188913"/>
            <a:ext cx="1262063" cy="522287"/>
          </a:xfrm>
          <a:prstGeom prst="rect">
            <a:avLst/>
          </a:prstGeom>
          <a:noFill/>
          <a:ln w="9525">
            <a:noFill/>
          </a:ln>
        </p:spPr>
        <p:txBody>
          <a:bodyPr wrap="none">
            <a:spAutoFit/>
          </a:bodyPr>
          <a:lstStyle/>
          <a:p>
            <a:r>
              <a:rPr lang="zh-CN" altLang="en-US" sz="2800" b="1" dirty="0">
                <a:solidFill>
                  <a:srgbClr val="FF0000"/>
                </a:solidFill>
                <a:latin typeface="微软雅黑" panose="020B0503020204020204" pitchFamily="34" charset="-122"/>
                <a:ea typeface="微软雅黑" panose="020B0503020204020204" pitchFamily="34" charset="-122"/>
              </a:rPr>
              <a:t>补充：</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40</a:t>
            </a:fld>
            <a:endParaRPr lang="zh-CN" altLang="en-US" sz="1400" dirty="0"/>
          </a:p>
        </p:txBody>
      </p:sp>
      <p:sp>
        <p:nvSpPr>
          <p:cNvPr id="57347" name="TextBox 6"/>
          <p:cNvSpPr txBox="1"/>
          <p:nvPr/>
        </p:nvSpPr>
        <p:spPr>
          <a:xfrm>
            <a:off x="250825" y="333375"/>
            <a:ext cx="1530350" cy="522288"/>
          </a:xfrm>
          <a:prstGeom prst="rect">
            <a:avLst/>
          </a:prstGeom>
          <a:noFill/>
          <a:ln w="9525">
            <a:noFill/>
          </a:ln>
        </p:spPr>
        <p:txBody>
          <a:bodyPr wrap="none">
            <a:spAutoFit/>
          </a:bodyPr>
          <a:lstStyle/>
          <a:p>
            <a:pPr>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性质：</a:t>
            </a:r>
          </a:p>
        </p:txBody>
      </p:sp>
      <p:pic>
        <p:nvPicPr>
          <p:cNvPr id="57348" name="Picture 7"/>
          <p:cNvPicPr>
            <a:picLocks noChangeAspect="1"/>
          </p:cNvPicPr>
          <p:nvPr/>
        </p:nvPicPr>
        <p:blipFill>
          <a:blip r:embed="rId2"/>
          <a:stretch>
            <a:fillRect/>
          </a:stretch>
        </p:blipFill>
        <p:spPr>
          <a:xfrm>
            <a:off x="2411413" y="836613"/>
            <a:ext cx="5457825" cy="2762250"/>
          </a:xfrm>
          <a:prstGeom prst="rect">
            <a:avLst/>
          </a:prstGeom>
          <a:noFill/>
          <a:ln w="9525">
            <a:noFill/>
          </a:ln>
        </p:spPr>
      </p:pic>
      <p:pic>
        <p:nvPicPr>
          <p:cNvPr id="57349" name="Picture 8"/>
          <p:cNvPicPr>
            <a:picLocks noChangeAspect="1"/>
          </p:cNvPicPr>
          <p:nvPr/>
        </p:nvPicPr>
        <p:blipFill>
          <a:blip r:embed="rId3"/>
          <a:stretch>
            <a:fillRect/>
          </a:stretch>
        </p:blipFill>
        <p:spPr>
          <a:xfrm>
            <a:off x="2389188" y="188913"/>
            <a:ext cx="4343400" cy="638175"/>
          </a:xfrm>
          <a:prstGeom prst="rect">
            <a:avLst/>
          </a:prstGeom>
          <a:noFill/>
          <a:ln w="9525">
            <a:noFill/>
          </a:ln>
        </p:spPr>
      </p:pic>
      <p:pic>
        <p:nvPicPr>
          <p:cNvPr id="57350" name="Picture 6"/>
          <p:cNvPicPr>
            <a:picLocks noChangeAspect="1"/>
          </p:cNvPicPr>
          <p:nvPr/>
        </p:nvPicPr>
        <p:blipFill>
          <a:blip r:embed="rId4"/>
          <a:stretch>
            <a:fillRect/>
          </a:stretch>
        </p:blipFill>
        <p:spPr>
          <a:xfrm>
            <a:off x="4356100" y="3933825"/>
            <a:ext cx="3609975" cy="2581275"/>
          </a:xfrm>
          <a:prstGeom prst="rect">
            <a:avLst/>
          </a:prstGeom>
          <a:noFill/>
          <a:ln w="9525">
            <a:noFill/>
          </a:ln>
        </p:spPr>
      </p:pic>
      <p:sp>
        <p:nvSpPr>
          <p:cNvPr id="57351" name="TextBox 11"/>
          <p:cNvSpPr txBox="1"/>
          <p:nvPr/>
        </p:nvSpPr>
        <p:spPr>
          <a:xfrm>
            <a:off x="250825" y="3716338"/>
            <a:ext cx="3889375" cy="1816100"/>
          </a:xfrm>
          <a:prstGeom prst="rect">
            <a:avLst/>
          </a:prstGeom>
          <a:noFill/>
          <a:ln w="9525">
            <a:noFill/>
          </a:ln>
        </p:spPr>
        <p:txBody>
          <a:bodyPr>
            <a:spAutoFit/>
          </a:bodyPr>
          <a:lstStyle/>
          <a:p>
            <a:pPr>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举例：求序列        ，</a:t>
            </a:r>
            <a:endParaRPr lang="en-US" altLang="zh-CN" sz="2800" b="1" dirty="0">
              <a:solidFill>
                <a:srgbClr val="000000"/>
              </a:solidFill>
              <a:latin typeface="微软雅黑" panose="020B0503020204020204" pitchFamily="34" charset="-122"/>
              <a:ea typeface="微软雅黑" panose="020B0503020204020204" pitchFamily="34" charset="-122"/>
            </a:endParaRPr>
          </a:p>
          <a:p>
            <a:endParaRPr lang="en-US" altLang="zh-CN" sz="2800" b="1" dirty="0">
              <a:solidFill>
                <a:srgbClr val="000000"/>
              </a:solidFill>
              <a:latin typeface="微软雅黑" panose="020B0503020204020204" pitchFamily="34" charset="-122"/>
              <a:ea typeface="微软雅黑" panose="020B0503020204020204" pitchFamily="34" charset="-122"/>
            </a:endParaRPr>
          </a:p>
          <a:p>
            <a:r>
              <a:rPr lang="en-US" altLang="zh-CN" sz="2800" b="1" dirty="0">
                <a:solidFill>
                  <a:srgbClr val="000000"/>
                </a:solidFill>
                <a:latin typeface="微软雅黑" panose="020B0503020204020204" pitchFamily="34" charset="-122"/>
                <a:ea typeface="微软雅黑" panose="020B0503020204020204" pitchFamily="34" charset="-122"/>
              </a:rPr>
              <a:t>                         </a:t>
            </a:r>
            <a:r>
              <a:rPr lang="zh-CN" altLang="en-US" sz="2800" b="1" dirty="0">
                <a:solidFill>
                  <a:srgbClr val="000000"/>
                </a:solidFill>
                <a:latin typeface="微软雅黑" panose="020B0503020204020204" pitchFamily="34" charset="-122"/>
                <a:ea typeface="微软雅黑" panose="020B0503020204020204" pitchFamily="34" charset="-122"/>
              </a:rPr>
              <a:t>的互相关序列。</a:t>
            </a:r>
          </a:p>
        </p:txBody>
      </p:sp>
      <p:pic>
        <p:nvPicPr>
          <p:cNvPr id="57352" name="Picture 9"/>
          <p:cNvPicPr>
            <a:picLocks noChangeAspect="1"/>
          </p:cNvPicPr>
          <p:nvPr/>
        </p:nvPicPr>
        <p:blipFill>
          <a:blip r:embed="rId5"/>
          <a:stretch>
            <a:fillRect/>
          </a:stretch>
        </p:blipFill>
        <p:spPr>
          <a:xfrm>
            <a:off x="395288" y="4508500"/>
            <a:ext cx="2466975" cy="495300"/>
          </a:xfrm>
          <a:prstGeom prst="rect">
            <a:avLst/>
          </a:prstGeom>
          <a:noFill/>
          <a:ln w="9525">
            <a:noFill/>
          </a:ln>
        </p:spPr>
      </p:pic>
      <p:pic>
        <p:nvPicPr>
          <p:cNvPr id="57353" name="Picture 11"/>
          <p:cNvPicPr>
            <a:picLocks noChangeAspect="1"/>
          </p:cNvPicPr>
          <p:nvPr/>
        </p:nvPicPr>
        <p:blipFill>
          <a:blip r:embed="rId6"/>
          <a:stretch>
            <a:fillRect/>
          </a:stretch>
        </p:blipFill>
        <p:spPr>
          <a:xfrm>
            <a:off x="2843213" y="3716338"/>
            <a:ext cx="723900" cy="542925"/>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41</a:t>
            </a:fld>
            <a:endParaRPr lang="zh-CN" altLang="en-US" sz="1400" dirty="0"/>
          </a:p>
        </p:txBody>
      </p:sp>
      <p:sp>
        <p:nvSpPr>
          <p:cNvPr id="36869" name="矩形 2"/>
          <p:cNvSpPr/>
          <p:nvPr/>
        </p:nvSpPr>
        <p:spPr>
          <a:xfrm>
            <a:off x="468313" y="765175"/>
            <a:ext cx="2519362" cy="522288"/>
          </a:xfrm>
          <a:prstGeom prst="rect">
            <a:avLst/>
          </a:prstGeom>
          <a:noFill/>
          <a:ln w="9525">
            <a:noFill/>
          </a:ln>
        </p:spPr>
        <p:txBody>
          <a:bodyPr>
            <a:spAutoFit/>
          </a:bodyPr>
          <a:lstStyle/>
          <a:p>
            <a:pPr eaLnBrk="1" hangingPunct="1"/>
            <a:r>
              <a:rPr lang="en-US" altLang="zh-CN" sz="2800" b="1" dirty="0">
                <a:solidFill>
                  <a:srgbClr val="000000"/>
                </a:solidFill>
                <a:latin typeface="微软雅黑" panose="020B0503020204020204" pitchFamily="34" charset="-122"/>
                <a:ea typeface="微软雅黑" panose="020B0503020204020204" pitchFamily="34" charset="-122"/>
              </a:rPr>
              <a:t>5.7.5   </a:t>
            </a:r>
            <a:r>
              <a:rPr lang="zh-CN" altLang="en-US" sz="2800" b="1" dirty="0">
                <a:solidFill>
                  <a:srgbClr val="000000"/>
                </a:solidFill>
                <a:latin typeface="微软雅黑" panose="020B0503020204020204" pitchFamily="34" charset="-122"/>
                <a:ea typeface="微软雅黑" panose="020B0503020204020204" pitchFamily="34" charset="-122"/>
              </a:rPr>
              <a:t>白噪声</a:t>
            </a:r>
          </a:p>
        </p:txBody>
      </p:sp>
      <p:graphicFrame>
        <p:nvGraphicFramePr>
          <p:cNvPr id="36866" name="对象 3"/>
          <p:cNvGraphicFramePr>
            <a:graphicFrameLocks noChangeAspect="1"/>
          </p:cNvGraphicFramePr>
          <p:nvPr/>
        </p:nvGraphicFramePr>
        <p:xfrm>
          <a:off x="755650" y="2276475"/>
          <a:ext cx="7961313" cy="3186113"/>
        </p:xfrm>
        <a:graphic>
          <a:graphicData uri="http://schemas.openxmlformats.org/presentationml/2006/ole">
            <mc:AlternateContent xmlns:mc="http://schemas.openxmlformats.org/markup-compatibility/2006">
              <mc:Choice xmlns:v="urn:schemas-microsoft-com:vml" Requires="v">
                <p:oleObj r:id="rId2" imgW="1790700" imgH="711200" progId="Equation.DSMT4">
                  <p:embed/>
                </p:oleObj>
              </mc:Choice>
              <mc:Fallback>
                <p:oleObj r:id="rId2" imgW="1790700" imgH="711200" progId="Equation.DSMT4">
                  <p:embed/>
                  <p:pic>
                    <p:nvPicPr>
                      <p:cNvPr id="0" name="图片 3211"/>
                      <p:cNvPicPr/>
                      <p:nvPr/>
                    </p:nvPicPr>
                    <p:blipFill>
                      <a:blip r:embed="rId3"/>
                      <a:stretch>
                        <a:fillRect/>
                      </a:stretch>
                    </p:blipFill>
                    <p:spPr>
                      <a:xfrm>
                        <a:off x="755650" y="2276475"/>
                        <a:ext cx="7961313" cy="3186113"/>
                      </a:xfrm>
                      <a:prstGeom prst="rect">
                        <a:avLst/>
                      </a:prstGeom>
                      <a:noFill/>
                      <a:ln w="38100">
                        <a:noFill/>
                        <a:miter/>
                      </a:ln>
                    </p:spPr>
                  </p:pic>
                </p:oleObj>
              </mc:Fallback>
            </mc:AlternateContent>
          </a:graphicData>
        </a:graphic>
      </p:graphicFrame>
      <p:graphicFrame>
        <p:nvGraphicFramePr>
          <p:cNvPr id="36867" name="对象 4"/>
          <p:cNvGraphicFramePr>
            <a:graphicFrameLocks noChangeAspect="1"/>
          </p:cNvGraphicFramePr>
          <p:nvPr/>
        </p:nvGraphicFramePr>
        <p:xfrm>
          <a:off x="3059113" y="836613"/>
          <a:ext cx="890587" cy="523875"/>
        </p:xfrm>
        <a:graphic>
          <a:graphicData uri="http://schemas.openxmlformats.org/presentationml/2006/ole">
            <mc:AlternateContent xmlns:mc="http://schemas.openxmlformats.org/markup-compatibility/2006">
              <mc:Choice xmlns:v="urn:schemas-microsoft-com:vml" Requires="v">
                <p:oleObj r:id="rId4" imgW="431800" imgH="254000" progId="Equation.DSMT4">
                  <p:embed/>
                </p:oleObj>
              </mc:Choice>
              <mc:Fallback>
                <p:oleObj r:id="rId4" imgW="431800" imgH="254000" progId="Equation.DSMT4">
                  <p:embed/>
                  <p:pic>
                    <p:nvPicPr>
                      <p:cNvPr id="0" name="图片 3203"/>
                      <p:cNvPicPr/>
                      <p:nvPr/>
                    </p:nvPicPr>
                    <p:blipFill>
                      <a:blip r:embed="rId5"/>
                      <a:stretch>
                        <a:fillRect/>
                      </a:stretch>
                    </p:blipFill>
                    <p:spPr>
                      <a:xfrm>
                        <a:off x="3059113" y="836613"/>
                        <a:ext cx="890587" cy="523875"/>
                      </a:xfrm>
                      <a:prstGeom prst="rect">
                        <a:avLst/>
                      </a:prstGeom>
                      <a:noFill/>
                      <a:ln w="38100">
                        <a:noFill/>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6" name="Rectangle 2"/>
          <p:cNvSpPr>
            <a:spLocks noRot="1"/>
          </p:cNvSpPr>
          <p:nvPr/>
        </p:nvSpPr>
        <p:spPr>
          <a:xfrm>
            <a:off x="395288" y="476250"/>
            <a:ext cx="8280400" cy="5407025"/>
          </a:xfrm>
          <a:prstGeom prst="rect">
            <a:avLst/>
          </a:prstGeom>
          <a:noFill/>
          <a:ln w="9525">
            <a:noFill/>
          </a:ln>
        </p:spPr>
        <p:txBody>
          <a:bodyPr/>
          <a:lstStyle/>
          <a:p>
            <a:pPr marL="342900" indent="-342900" eaLnBrk="1" hangingPunct="1">
              <a:lnSpc>
                <a:spcPct val="140000"/>
              </a:lnSpc>
              <a:spcBef>
                <a:spcPct val="20000"/>
              </a:spcBef>
              <a:buSzPct val="75000"/>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如果输入是一个</a:t>
            </a:r>
            <a:r>
              <a:rPr lang="zh-CN" altLang="en-US" sz="2800" b="1" dirty="0">
                <a:solidFill>
                  <a:srgbClr val="FF0000"/>
                </a:solidFill>
                <a:latin typeface="微软雅黑" panose="020B0503020204020204" pitchFamily="34" charset="-122"/>
                <a:ea typeface="微软雅黑" panose="020B0503020204020204" pitchFamily="34" charset="-122"/>
              </a:rPr>
              <a:t>零均值的平稳白噪声</a:t>
            </a:r>
            <a:r>
              <a:rPr lang="zh-CN" altLang="en-US" sz="2800" b="1" dirty="0">
                <a:solidFill>
                  <a:srgbClr val="000000"/>
                </a:solidFill>
                <a:latin typeface="微软雅黑" panose="020B0503020204020204" pitchFamily="34" charset="-122"/>
                <a:ea typeface="微软雅黑" panose="020B0503020204020204" pitchFamily="34" charset="-122"/>
              </a:rPr>
              <a:t>随机过程，其</a:t>
            </a:r>
            <a:r>
              <a:rPr lang="zh-CN" altLang="en-US" sz="2800" b="1" dirty="0">
                <a:solidFill>
                  <a:srgbClr val="FF0000"/>
                </a:solidFill>
                <a:latin typeface="微软雅黑" panose="020B0503020204020204" pitchFamily="34" charset="-122"/>
                <a:ea typeface="微软雅黑" panose="020B0503020204020204" pitchFamily="34" charset="-122"/>
              </a:rPr>
              <a:t>方差</a:t>
            </a:r>
            <a:r>
              <a:rPr lang="zh-CN" altLang="en-US" sz="2800" b="1" dirty="0">
                <a:solidFill>
                  <a:srgbClr val="000000"/>
                </a:solidFill>
                <a:latin typeface="微软雅黑" panose="020B0503020204020204" pitchFamily="34" charset="-122"/>
                <a:ea typeface="微软雅黑" panose="020B0503020204020204" pitchFamily="34" charset="-122"/>
              </a:rPr>
              <a:t>为     ，</a:t>
            </a:r>
            <a:r>
              <a:rPr lang="zh-CN" altLang="en-US" sz="2800" b="1" dirty="0">
                <a:solidFill>
                  <a:srgbClr val="FF0000"/>
                </a:solidFill>
                <a:latin typeface="微软雅黑" panose="020B0503020204020204" pitchFamily="34" charset="-122"/>
                <a:ea typeface="微软雅黑" panose="020B0503020204020204" pitchFamily="34" charset="-122"/>
              </a:rPr>
              <a:t>自相关序列</a:t>
            </a:r>
            <a:r>
              <a:rPr lang="zh-CN" altLang="en-US" sz="2800" b="1" dirty="0">
                <a:solidFill>
                  <a:srgbClr val="000000"/>
                </a:solidFill>
                <a:latin typeface="微软雅黑" panose="020B0503020204020204" pitchFamily="34" charset="-122"/>
                <a:ea typeface="微软雅黑" panose="020B0503020204020204" pitchFamily="34" charset="-122"/>
              </a:rPr>
              <a:t>是                       ，</a:t>
            </a:r>
            <a:r>
              <a:rPr lang="zh-CN" altLang="en-US" sz="2800" b="1" dirty="0">
                <a:solidFill>
                  <a:srgbClr val="FF0000"/>
                </a:solidFill>
                <a:latin typeface="微软雅黑" panose="020B0503020204020204" pitchFamily="34" charset="-122"/>
                <a:ea typeface="微软雅黑" panose="020B0503020204020204" pitchFamily="34" charset="-122"/>
              </a:rPr>
              <a:t>功率谱</a:t>
            </a:r>
            <a:r>
              <a:rPr lang="zh-CN" altLang="en-US" sz="2800" b="1" dirty="0">
                <a:solidFill>
                  <a:srgbClr val="000000"/>
                </a:solidFill>
                <a:latin typeface="微软雅黑" panose="020B0503020204020204" pitchFamily="34" charset="-122"/>
                <a:ea typeface="微软雅黑" panose="020B0503020204020204" pitchFamily="34" charset="-122"/>
              </a:rPr>
              <a:t>为                ，</a:t>
            </a: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根据                               有：</a:t>
            </a:r>
          </a:p>
          <a:p>
            <a:pPr marL="342900" indent="-342900" eaLnBrk="1" hangingPunct="1">
              <a:lnSpc>
                <a:spcPct val="14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   对上式进行</a:t>
            </a:r>
            <a:r>
              <a:rPr lang="en-US" altLang="zh-CN" sz="2800" b="1" dirty="0">
                <a:solidFill>
                  <a:srgbClr val="000000"/>
                </a:solidFill>
                <a:latin typeface="微软雅黑" panose="020B0503020204020204" pitchFamily="34" charset="-122"/>
                <a:ea typeface="微软雅黑" panose="020B0503020204020204" pitchFamily="34" charset="-122"/>
              </a:rPr>
              <a:t>Z</a:t>
            </a:r>
            <a:r>
              <a:rPr lang="zh-CN" altLang="en-US" sz="2800" b="1" dirty="0">
                <a:solidFill>
                  <a:srgbClr val="000000"/>
                </a:solidFill>
                <a:latin typeface="微软雅黑" panose="020B0503020204020204" pitchFamily="34" charset="-122"/>
                <a:ea typeface="微软雅黑" panose="020B0503020204020204" pitchFamily="34" charset="-122"/>
              </a:rPr>
              <a:t>变换得：  </a:t>
            </a:r>
          </a:p>
          <a:p>
            <a:pPr marL="342900" indent="-342900" eaLnBrk="1" hangingPunct="1">
              <a:lnSpc>
                <a:spcPct val="140000"/>
              </a:lnSpc>
              <a:spcBef>
                <a:spcPct val="20000"/>
              </a:spcBef>
              <a:buSzPct val="75000"/>
              <a:buFont typeface="Wingdings" panose="05000000000000000000" pitchFamily="2" charset="2"/>
              <a:buChar char="l"/>
            </a:pPr>
            <a:r>
              <a:rPr lang="zh-CN" altLang="en-US" sz="2800" b="1" dirty="0">
                <a:solidFill>
                  <a:srgbClr val="000000"/>
                </a:solidFill>
                <a:latin typeface="微软雅黑" panose="020B0503020204020204" pitchFamily="34" charset="-122"/>
                <a:ea typeface="微软雅黑" panose="020B0503020204020204" pitchFamily="34" charset="-122"/>
              </a:rPr>
              <a:t>如果已知系统输入和输出之间的互相关序列和互功率谱，可以由上式求出系统的冲激响应或系统函数：                        或 </a:t>
            </a:r>
          </a:p>
        </p:txBody>
      </p:sp>
      <p:graphicFrame>
        <p:nvGraphicFramePr>
          <p:cNvPr id="34818" name="Object 10"/>
          <p:cNvGraphicFramePr>
            <a:graphicFrameLocks noChangeAspect="1"/>
          </p:cNvGraphicFramePr>
          <p:nvPr/>
        </p:nvGraphicFramePr>
        <p:xfrm>
          <a:off x="2339975" y="1196975"/>
          <a:ext cx="388938" cy="463550"/>
        </p:xfrm>
        <a:graphic>
          <a:graphicData uri="http://schemas.openxmlformats.org/presentationml/2006/ole">
            <mc:AlternateContent xmlns:mc="http://schemas.openxmlformats.org/markup-compatibility/2006">
              <mc:Choice xmlns:v="urn:schemas-microsoft-com:vml" Requires="v">
                <p:oleObj r:id="rId2" imgW="203200" imgH="241300" progId="Equation.DSMT4">
                  <p:embed/>
                </p:oleObj>
              </mc:Choice>
              <mc:Fallback>
                <p:oleObj r:id="rId2" imgW="203200" imgH="241300" progId="Equation.DSMT4">
                  <p:embed/>
                  <p:pic>
                    <p:nvPicPr>
                      <p:cNvPr id="0" name="图片 3205"/>
                      <p:cNvPicPr/>
                      <p:nvPr/>
                    </p:nvPicPr>
                    <p:blipFill>
                      <a:blip r:embed="rId3"/>
                      <a:stretch>
                        <a:fillRect/>
                      </a:stretch>
                    </p:blipFill>
                    <p:spPr>
                      <a:xfrm>
                        <a:off x="2339975" y="1196975"/>
                        <a:ext cx="388938" cy="463550"/>
                      </a:xfrm>
                      <a:prstGeom prst="rect">
                        <a:avLst/>
                      </a:prstGeom>
                      <a:noFill/>
                      <a:ln w="38100">
                        <a:noFill/>
                        <a:miter/>
                      </a:ln>
                    </p:spPr>
                  </p:pic>
                </p:oleObj>
              </mc:Fallback>
            </mc:AlternateContent>
          </a:graphicData>
        </a:graphic>
      </p:graphicFrame>
      <p:graphicFrame>
        <p:nvGraphicFramePr>
          <p:cNvPr id="34819" name="Object 9"/>
          <p:cNvGraphicFramePr>
            <a:graphicFrameLocks noChangeAspect="1"/>
          </p:cNvGraphicFramePr>
          <p:nvPr/>
        </p:nvGraphicFramePr>
        <p:xfrm>
          <a:off x="5508625" y="1196975"/>
          <a:ext cx="2090738" cy="461963"/>
        </p:xfrm>
        <a:graphic>
          <a:graphicData uri="http://schemas.openxmlformats.org/presentationml/2006/ole">
            <mc:AlternateContent xmlns:mc="http://schemas.openxmlformats.org/markup-compatibility/2006">
              <mc:Choice xmlns:v="urn:schemas-microsoft-com:vml" Requires="v">
                <p:oleObj r:id="rId4" imgW="1078865" imgH="241300" progId="Equation.DSMT4">
                  <p:embed/>
                </p:oleObj>
              </mc:Choice>
              <mc:Fallback>
                <p:oleObj r:id="rId4" imgW="1078865" imgH="241300" progId="Equation.DSMT4">
                  <p:embed/>
                  <p:pic>
                    <p:nvPicPr>
                      <p:cNvPr id="0" name="图片 3204"/>
                      <p:cNvPicPr/>
                      <p:nvPr/>
                    </p:nvPicPr>
                    <p:blipFill>
                      <a:blip r:embed="rId5"/>
                      <a:stretch>
                        <a:fillRect/>
                      </a:stretch>
                    </p:blipFill>
                    <p:spPr>
                      <a:xfrm>
                        <a:off x="5508625" y="1196975"/>
                        <a:ext cx="2090738" cy="461963"/>
                      </a:xfrm>
                      <a:prstGeom prst="rect">
                        <a:avLst/>
                      </a:prstGeom>
                      <a:noFill/>
                      <a:ln w="38100">
                        <a:noFill/>
                        <a:miter/>
                      </a:ln>
                    </p:spPr>
                  </p:pic>
                </p:oleObj>
              </mc:Fallback>
            </mc:AlternateContent>
          </a:graphicData>
        </a:graphic>
      </p:graphicFrame>
      <p:graphicFrame>
        <p:nvGraphicFramePr>
          <p:cNvPr id="34820" name="Object 8"/>
          <p:cNvGraphicFramePr>
            <a:graphicFrameLocks noChangeAspect="1"/>
          </p:cNvGraphicFramePr>
          <p:nvPr/>
        </p:nvGraphicFramePr>
        <p:xfrm>
          <a:off x="2195513" y="1844675"/>
          <a:ext cx="1408112" cy="463550"/>
        </p:xfrm>
        <a:graphic>
          <a:graphicData uri="http://schemas.openxmlformats.org/presentationml/2006/ole">
            <mc:AlternateContent xmlns:mc="http://schemas.openxmlformats.org/markup-compatibility/2006">
              <mc:Choice xmlns:v="urn:schemas-microsoft-com:vml" Requires="v">
                <p:oleObj r:id="rId6" imgW="723900" imgH="241300" progId="Equation.DSMT4">
                  <p:embed/>
                </p:oleObj>
              </mc:Choice>
              <mc:Fallback>
                <p:oleObj r:id="rId6" imgW="723900" imgH="241300" progId="Equation.DSMT4">
                  <p:embed/>
                  <p:pic>
                    <p:nvPicPr>
                      <p:cNvPr id="0" name="图片 3199"/>
                      <p:cNvPicPr/>
                      <p:nvPr/>
                    </p:nvPicPr>
                    <p:blipFill>
                      <a:blip r:embed="rId7"/>
                      <a:stretch>
                        <a:fillRect/>
                      </a:stretch>
                    </p:blipFill>
                    <p:spPr>
                      <a:xfrm>
                        <a:off x="2195513" y="1844675"/>
                        <a:ext cx="1408112" cy="463550"/>
                      </a:xfrm>
                      <a:prstGeom prst="rect">
                        <a:avLst/>
                      </a:prstGeom>
                      <a:noFill/>
                      <a:ln w="38100">
                        <a:noFill/>
                        <a:miter/>
                      </a:ln>
                    </p:spPr>
                  </p:pic>
                </p:oleObj>
              </mc:Fallback>
            </mc:AlternateContent>
          </a:graphicData>
        </a:graphic>
      </p:graphicFrame>
      <p:graphicFrame>
        <p:nvGraphicFramePr>
          <p:cNvPr id="34821" name="Object 7"/>
          <p:cNvGraphicFramePr>
            <a:graphicFrameLocks noChangeAspect="1"/>
          </p:cNvGraphicFramePr>
          <p:nvPr/>
        </p:nvGraphicFramePr>
        <p:xfrm>
          <a:off x="1763713" y="2492375"/>
          <a:ext cx="2795587" cy="463550"/>
        </p:xfrm>
        <a:graphic>
          <a:graphicData uri="http://schemas.openxmlformats.org/presentationml/2006/ole">
            <mc:AlternateContent xmlns:mc="http://schemas.openxmlformats.org/markup-compatibility/2006">
              <mc:Choice xmlns:v="urn:schemas-microsoft-com:vml" Requires="v">
                <p:oleObj r:id="rId8" imgW="1435100" imgH="241300" progId="Equation.DSMT4">
                  <p:embed/>
                </p:oleObj>
              </mc:Choice>
              <mc:Fallback>
                <p:oleObj r:id="rId8" imgW="1435100" imgH="241300" progId="Equation.DSMT4">
                  <p:embed/>
                  <p:pic>
                    <p:nvPicPr>
                      <p:cNvPr id="0" name="图片 3200"/>
                      <p:cNvPicPr/>
                      <p:nvPr/>
                    </p:nvPicPr>
                    <p:blipFill>
                      <a:blip r:embed="rId9"/>
                      <a:stretch>
                        <a:fillRect/>
                      </a:stretch>
                    </p:blipFill>
                    <p:spPr>
                      <a:xfrm>
                        <a:off x="1763713" y="2492375"/>
                        <a:ext cx="2795587" cy="463550"/>
                      </a:xfrm>
                      <a:prstGeom prst="rect">
                        <a:avLst/>
                      </a:prstGeom>
                      <a:noFill/>
                      <a:ln w="38100">
                        <a:noFill/>
                        <a:miter/>
                      </a:ln>
                    </p:spPr>
                  </p:pic>
                </p:oleObj>
              </mc:Fallback>
            </mc:AlternateContent>
          </a:graphicData>
        </a:graphic>
      </p:graphicFrame>
      <p:graphicFrame>
        <p:nvGraphicFramePr>
          <p:cNvPr id="34822" name="Object 6"/>
          <p:cNvGraphicFramePr>
            <a:graphicFrameLocks noChangeAspect="1"/>
          </p:cNvGraphicFramePr>
          <p:nvPr/>
        </p:nvGraphicFramePr>
        <p:xfrm>
          <a:off x="5508625" y="2492375"/>
          <a:ext cx="2070100" cy="498475"/>
        </p:xfrm>
        <a:graphic>
          <a:graphicData uri="http://schemas.openxmlformats.org/presentationml/2006/ole">
            <mc:AlternateContent xmlns:mc="http://schemas.openxmlformats.org/markup-compatibility/2006">
              <mc:Choice xmlns:v="urn:schemas-microsoft-com:vml" Requires="v">
                <p:oleObj r:id="rId10" imgW="1066165" imgH="254000" progId="Equation.DSMT4">
                  <p:embed/>
                </p:oleObj>
              </mc:Choice>
              <mc:Fallback>
                <p:oleObj r:id="rId10" imgW="1066165" imgH="254000" progId="Equation.DSMT4">
                  <p:embed/>
                  <p:pic>
                    <p:nvPicPr>
                      <p:cNvPr id="0" name="图片 3209"/>
                      <p:cNvPicPr/>
                      <p:nvPr/>
                    </p:nvPicPr>
                    <p:blipFill>
                      <a:blip r:embed="rId11"/>
                      <a:stretch>
                        <a:fillRect/>
                      </a:stretch>
                    </p:blipFill>
                    <p:spPr>
                      <a:xfrm>
                        <a:off x="5508625" y="2492375"/>
                        <a:ext cx="2070100" cy="498475"/>
                      </a:xfrm>
                      <a:prstGeom prst="rect">
                        <a:avLst/>
                      </a:prstGeom>
                      <a:noFill/>
                      <a:ln w="38100">
                        <a:noFill/>
                        <a:miter/>
                      </a:ln>
                    </p:spPr>
                  </p:pic>
                </p:oleObj>
              </mc:Fallback>
            </mc:AlternateContent>
          </a:graphicData>
        </a:graphic>
      </p:graphicFrame>
      <p:graphicFrame>
        <p:nvGraphicFramePr>
          <p:cNvPr id="34823" name="Object 5"/>
          <p:cNvGraphicFramePr>
            <a:graphicFrameLocks noChangeAspect="1"/>
          </p:cNvGraphicFramePr>
          <p:nvPr/>
        </p:nvGraphicFramePr>
        <p:xfrm>
          <a:off x="3995738" y="3213100"/>
          <a:ext cx="2014537" cy="498475"/>
        </p:xfrm>
        <a:graphic>
          <a:graphicData uri="http://schemas.openxmlformats.org/presentationml/2006/ole">
            <mc:AlternateContent xmlns:mc="http://schemas.openxmlformats.org/markup-compatibility/2006">
              <mc:Choice xmlns:v="urn:schemas-microsoft-com:vml" Requires="v">
                <p:oleObj r:id="rId12" imgW="1040765" imgH="254000" progId="Equation.DSMT4">
                  <p:embed/>
                </p:oleObj>
              </mc:Choice>
              <mc:Fallback>
                <p:oleObj r:id="rId12" imgW="1040765" imgH="254000" progId="Equation.DSMT4">
                  <p:embed/>
                  <p:pic>
                    <p:nvPicPr>
                      <p:cNvPr id="0" name="图片 3206"/>
                      <p:cNvPicPr/>
                      <p:nvPr/>
                    </p:nvPicPr>
                    <p:blipFill>
                      <a:blip r:embed="rId13"/>
                      <a:stretch>
                        <a:fillRect/>
                      </a:stretch>
                    </p:blipFill>
                    <p:spPr>
                      <a:xfrm>
                        <a:off x="3995738" y="3213100"/>
                        <a:ext cx="2014537" cy="498475"/>
                      </a:xfrm>
                      <a:prstGeom prst="rect">
                        <a:avLst/>
                      </a:prstGeom>
                      <a:noFill/>
                      <a:ln w="38100">
                        <a:noFill/>
                        <a:miter/>
                      </a:ln>
                    </p:spPr>
                  </p:pic>
                </p:oleObj>
              </mc:Fallback>
            </mc:AlternateContent>
          </a:graphicData>
        </a:graphic>
      </p:graphicFrame>
      <p:graphicFrame>
        <p:nvGraphicFramePr>
          <p:cNvPr id="34824" name="Object 4"/>
          <p:cNvGraphicFramePr>
            <a:graphicFrameLocks noChangeAspect="1"/>
          </p:cNvGraphicFramePr>
          <p:nvPr/>
        </p:nvGraphicFramePr>
        <p:xfrm>
          <a:off x="1763713" y="5013325"/>
          <a:ext cx="2127250" cy="831850"/>
        </p:xfrm>
        <a:graphic>
          <a:graphicData uri="http://schemas.openxmlformats.org/presentationml/2006/ole">
            <mc:AlternateContent xmlns:mc="http://schemas.openxmlformats.org/markup-compatibility/2006">
              <mc:Choice xmlns:v="urn:schemas-microsoft-com:vml" Requires="v">
                <p:oleObj r:id="rId14" imgW="1091565" imgH="431800" progId="Equation.DSMT4">
                  <p:embed/>
                </p:oleObj>
              </mc:Choice>
              <mc:Fallback>
                <p:oleObj r:id="rId14" imgW="1091565" imgH="431800" progId="Equation.DSMT4">
                  <p:embed/>
                  <p:pic>
                    <p:nvPicPr>
                      <p:cNvPr id="0" name="图片 3201"/>
                      <p:cNvPicPr/>
                      <p:nvPr/>
                    </p:nvPicPr>
                    <p:blipFill>
                      <a:blip r:embed="rId15"/>
                      <a:stretch>
                        <a:fillRect/>
                      </a:stretch>
                    </p:blipFill>
                    <p:spPr>
                      <a:xfrm>
                        <a:off x="1763713" y="5013325"/>
                        <a:ext cx="2127250" cy="831850"/>
                      </a:xfrm>
                      <a:prstGeom prst="rect">
                        <a:avLst/>
                      </a:prstGeom>
                      <a:noFill/>
                      <a:ln w="38100">
                        <a:noFill/>
                        <a:miter/>
                      </a:ln>
                    </p:spPr>
                  </p:pic>
                </p:oleObj>
              </mc:Fallback>
            </mc:AlternateContent>
          </a:graphicData>
        </a:graphic>
      </p:graphicFrame>
      <p:graphicFrame>
        <p:nvGraphicFramePr>
          <p:cNvPr id="34825" name="Object 3"/>
          <p:cNvGraphicFramePr>
            <a:graphicFrameLocks noChangeAspect="1"/>
          </p:cNvGraphicFramePr>
          <p:nvPr/>
        </p:nvGraphicFramePr>
        <p:xfrm>
          <a:off x="4787900" y="5084763"/>
          <a:ext cx="2592388" cy="831850"/>
        </p:xfrm>
        <a:graphic>
          <a:graphicData uri="http://schemas.openxmlformats.org/presentationml/2006/ole">
            <mc:AlternateContent xmlns:mc="http://schemas.openxmlformats.org/markup-compatibility/2006">
              <mc:Choice xmlns:v="urn:schemas-microsoft-com:vml" Requires="v">
                <p:oleObj r:id="rId16" imgW="1333500" imgH="431800" progId="Equation.DSMT4">
                  <p:embed/>
                </p:oleObj>
              </mc:Choice>
              <mc:Fallback>
                <p:oleObj r:id="rId16" imgW="1333500" imgH="431800" progId="Equation.DSMT4">
                  <p:embed/>
                  <p:pic>
                    <p:nvPicPr>
                      <p:cNvPr id="0" name="图片 3207"/>
                      <p:cNvPicPr/>
                      <p:nvPr/>
                    </p:nvPicPr>
                    <p:blipFill>
                      <a:blip r:embed="rId17"/>
                      <a:stretch>
                        <a:fillRect/>
                      </a:stretch>
                    </p:blipFill>
                    <p:spPr>
                      <a:xfrm>
                        <a:off x="4787900" y="5084763"/>
                        <a:ext cx="2592388" cy="831850"/>
                      </a:xfrm>
                      <a:prstGeom prst="rect">
                        <a:avLst/>
                      </a:prstGeom>
                      <a:noFill/>
                      <a:ln w="38100">
                        <a:noFill/>
                        <a:miter/>
                      </a:ln>
                    </p:spPr>
                  </p:pic>
                </p:oleObj>
              </mc:Fallback>
            </mc:AlternateContent>
          </a:graphicData>
        </a:graphic>
      </p:graphicFrame>
      <p:sp>
        <p:nvSpPr>
          <p:cNvPr id="34827"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42</a:t>
            </a:fld>
            <a:endParaRPr lang="zh-CN" alt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Rot="1"/>
          </p:cNvSpPr>
          <p:nvPr/>
        </p:nvSpPr>
        <p:spPr>
          <a:xfrm>
            <a:off x="215900" y="569913"/>
            <a:ext cx="8748713" cy="5407025"/>
          </a:xfrm>
          <a:prstGeom prst="rect">
            <a:avLst/>
          </a:prstGeom>
          <a:noFill/>
          <a:ln w="9525">
            <a:noFill/>
          </a:ln>
        </p:spPr>
        <p:txBody>
          <a:bodyPr/>
          <a:lstStyle/>
          <a:p>
            <a:pPr marL="342900" indent="-342900" eaLnBrk="1" hangingPunct="1">
              <a:lnSpc>
                <a:spcPct val="160000"/>
              </a:lnSpc>
              <a:spcBef>
                <a:spcPct val="20000"/>
              </a:spcBef>
              <a:buClr>
                <a:schemeClr val="hlink"/>
              </a:buClr>
              <a:buSzPct val="75000"/>
              <a:buFont typeface="Wingdings" panose="05000000000000000000" pitchFamily="2" charset="2"/>
            </a:pPr>
            <a:r>
              <a:rPr lang="en-US" altLang="zh-CN" sz="3200" b="1" dirty="0">
                <a:solidFill>
                  <a:srgbClr val="000000"/>
                </a:solidFill>
                <a:latin typeface="微软雅黑" panose="020B0503020204020204" pitchFamily="34" charset="-122"/>
                <a:ea typeface="微软雅黑" panose="020B0503020204020204" pitchFamily="34" charset="-122"/>
              </a:rPr>
              <a:t>5.7.6  </a:t>
            </a:r>
            <a:r>
              <a:rPr lang="zh-CN" altLang="en-US" sz="3200" b="1" dirty="0">
                <a:solidFill>
                  <a:srgbClr val="000000"/>
                </a:solidFill>
                <a:latin typeface="微软雅黑" panose="020B0503020204020204" pitchFamily="34" charset="-122"/>
                <a:ea typeface="微软雅黑" panose="020B0503020204020204" pitchFamily="34" charset="-122"/>
              </a:rPr>
              <a:t>输出随机过程的方差</a:t>
            </a:r>
          </a:p>
          <a:p>
            <a:pPr marL="342900" indent="-342900" eaLnBrk="1" hangingPunct="1">
              <a:lnSpc>
                <a:spcPct val="16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输出随机过程的均方值为：</a:t>
            </a:r>
          </a:p>
          <a:p>
            <a:pPr marL="342900" indent="-342900" eaLnBrk="1" hangingPunct="1">
              <a:lnSpc>
                <a:spcPct val="160000"/>
              </a:lnSpc>
              <a:spcBef>
                <a:spcPct val="20000"/>
              </a:spcBef>
              <a:buClr>
                <a:schemeClr val="hlink"/>
              </a:buClr>
              <a:buSzPct val="75000"/>
              <a:buFont typeface="Wingdings" panose="05000000000000000000" pitchFamily="2" charset="2"/>
            </a:pPr>
            <a:endParaRPr lang="en-US" altLang="zh-CN" sz="2800" b="1" dirty="0">
              <a:solidFill>
                <a:srgbClr val="000000"/>
              </a:solidFill>
              <a:latin typeface="微软雅黑" panose="020B0503020204020204" pitchFamily="34" charset="-122"/>
              <a:ea typeface="微软雅黑" panose="020B0503020204020204" pitchFamily="34" charset="-122"/>
            </a:endParaRPr>
          </a:p>
          <a:p>
            <a:pPr marL="342900" indent="-342900" eaLnBrk="1" hangingPunct="1">
              <a:lnSpc>
                <a:spcPct val="16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因为                                          </a:t>
            </a:r>
          </a:p>
          <a:p>
            <a:pPr marL="342900" indent="-342900" eaLnBrk="1" hangingPunct="1">
              <a:lnSpc>
                <a:spcPct val="16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所以</a:t>
            </a:r>
          </a:p>
          <a:p>
            <a:pPr marL="342900" indent="-342900" eaLnBrk="1" hangingPunct="1">
              <a:lnSpc>
                <a:spcPct val="160000"/>
              </a:lnSpc>
              <a:spcBef>
                <a:spcPct val="20000"/>
              </a:spcBef>
              <a:buClr>
                <a:schemeClr val="hlink"/>
              </a:buClr>
              <a:buSzPct val="75000"/>
              <a:buFont typeface="Wingdings" panose="05000000000000000000" pitchFamily="2" charset="2"/>
            </a:pPr>
            <a:r>
              <a:rPr lang="zh-CN" altLang="en-US" sz="2800" b="1" dirty="0">
                <a:solidFill>
                  <a:srgbClr val="000000"/>
                </a:solidFill>
                <a:latin typeface="微软雅黑" panose="020B0503020204020204" pitchFamily="34" charset="-122"/>
                <a:ea typeface="微软雅黑" panose="020B0503020204020204" pitchFamily="34" charset="-122"/>
              </a:rPr>
              <a:t>式中的积分围线可选择为单位圆。</a:t>
            </a:r>
          </a:p>
        </p:txBody>
      </p:sp>
      <p:graphicFrame>
        <p:nvGraphicFramePr>
          <p:cNvPr id="35842" name="Object 5"/>
          <p:cNvGraphicFramePr>
            <a:graphicFrameLocks noChangeAspect="1"/>
          </p:cNvGraphicFramePr>
          <p:nvPr/>
        </p:nvGraphicFramePr>
        <p:xfrm>
          <a:off x="2627313" y="2205038"/>
          <a:ext cx="4584700" cy="798512"/>
        </p:xfrm>
        <a:graphic>
          <a:graphicData uri="http://schemas.openxmlformats.org/presentationml/2006/ole">
            <mc:AlternateContent xmlns:mc="http://schemas.openxmlformats.org/markup-compatibility/2006">
              <mc:Choice xmlns:v="urn:schemas-microsoft-com:vml" Requires="v">
                <p:oleObj r:id="rId2" imgW="2400300" imgH="419100" progId="Equation.DSMT4">
                  <p:embed/>
                </p:oleObj>
              </mc:Choice>
              <mc:Fallback>
                <p:oleObj r:id="rId2" imgW="2400300" imgH="419100" progId="Equation.DSMT4">
                  <p:embed/>
                  <p:pic>
                    <p:nvPicPr>
                      <p:cNvPr id="0" name="图片 3210"/>
                      <p:cNvPicPr/>
                      <p:nvPr/>
                    </p:nvPicPr>
                    <p:blipFill>
                      <a:blip r:embed="rId3"/>
                      <a:stretch>
                        <a:fillRect/>
                      </a:stretch>
                    </p:blipFill>
                    <p:spPr>
                      <a:xfrm>
                        <a:off x="2627313" y="2205038"/>
                        <a:ext cx="4584700" cy="798512"/>
                      </a:xfrm>
                      <a:prstGeom prst="rect">
                        <a:avLst/>
                      </a:prstGeom>
                      <a:noFill/>
                      <a:ln w="38100">
                        <a:noFill/>
                        <a:miter/>
                      </a:ln>
                    </p:spPr>
                  </p:pic>
                </p:oleObj>
              </mc:Fallback>
            </mc:AlternateContent>
          </a:graphicData>
        </a:graphic>
      </p:graphicFrame>
      <p:graphicFrame>
        <p:nvGraphicFramePr>
          <p:cNvPr id="35843" name="Object 4"/>
          <p:cNvGraphicFramePr>
            <a:graphicFrameLocks noChangeAspect="1"/>
          </p:cNvGraphicFramePr>
          <p:nvPr/>
        </p:nvGraphicFramePr>
        <p:xfrm>
          <a:off x="1331913" y="3141663"/>
          <a:ext cx="3194050" cy="490537"/>
        </p:xfrm>
        <a:graphic>
          <a:graphicData uri="http://schemas.openxmlformats.org/presentationml/2006/ole">
            <mc:AlternateContent xmlns:mc="http://schemas.openxmlformats.org/markup-compatibility/2006">
              <mc:Choice xmlns:v="urn:schemas-microsoft-com:vml" Requires="v">
                <p:oleObj r:id="rId4" imgW="1675765" imgH="254000" progId="Equation.DSMT4">
                  <p:embed/>
                </p:oleObj>
              </mc:Choice>
              <mc:Fallback>
                <p:oleObj r:id="rId4" imgW="1675765" imgH="254000" progId="Equation.DSMT4">
                  <p:embed/>
                  <p:pic>
                    <p:nvPicPr>
                      <p:cNvPr id="0" name="图片 3208"/>
                      <p:cNvPicPr/>
                      <p:nvPr/>
                    </p:nvPicPr>
                    <p:blipFill>
                      <a:blip r:embed="rId5"/>
                      <a:stretch>
                        <a:fillRect/>
                      </a:stretch>
                    </p:blipFill>
                    <p:spPr>
                      <a:xfrm>
                        <a:off x="1331913" y="3141663"/>
                        <a:ext cx="3194050" cy="490537"/>
                      </a:xfrm>
                      <a:prstGeom prst="rect">
                        <a:avLst/>
                      </a:prstGeom>
                      <a:noFill/>
                      <a:ln w="38100">
                        <a:noFill/>
                        <a:miter/>
                      </a:ln>
                    </p:spPr>
                  </p:pic>
                </p:oleObj>
              </mc:Fallback>
            </mc:AlternateContent>
          </a:graphicData>
        </a:graphic>
      </p:graphicFrame>
      <p:graphicFrame>
        <p:nvGraphicFramePr>
          <p:cNvPr id="35844" name="Object 3"/>
          <p:cNvGraphicFramePr>
            <a:graphicFrameLocks noChangeAspect="1"/>
          </p:cNvGraphicFramePr>
          <p:nvPr/>
        </p:nvGraphicFramePr>
        <p:xfrm>
          <a:off x="1331913" y="3860800"/>
          <a:ext cx="5976937" cy="798513"/>
        </p:xfrm>
        <a:graphic>
          <a:graphicData uri="http://schemas.openxmlformats.org/presentationml/2006/ole">
            <mc:AlternateContent xmlns:mc="http://schemas.openxmlformats.org/markup-compatibility/2006">
              <mc:Choice xmlns:v="urn:schemas-microsoft-com:vml" Requires="v">
                <p:oleObj r:id="rId6" imgW="3136900" imgH="419100" progId="Equation.DSMT4">
                  <p:embed/>
                </p:oleObj>
              </mc:Choice>
              <mc:Fallback>
                <p:oleObj r:id="rId6" imgW="3136900" imgH="419100" progId="Equation.DSMT4">
                  <p:embed/>
                  <p:pic>
                    <p:nvPicPr>
                      <p:cNvPr id="0" name="图片 3202"/>
                      <p:cNvPicPr/>
                      <p:nvPr/>
                    </p:nvPicPr>
                    <p:blipFill>
                      <a:blip r:embed="rId7"/>
                      <a:stretch>
                        <a:fillRect/>
                      </a:stretch>
                    </p:blipFill>
                    <p:spPr>
                      <a:xfrm>
                        <a:off x="1331913" y="3860800"/>
                        <a:ext cx="5976937" cy="798513"/>
                      </a:xfrm>
                      <a:prstGeom prst="rect">
                        <a:avLst/>
                      </a:prstGeom>
                      <a:noFill/>
                      <a:ln w="38100">
                        <a:noFill/>
                        <a:miter/>
                      </a:ln>
                    </p:spPr>
                  </p:pic>
                </p:oleObj>
              </mc:Fallback>
            </mc:AlternateContent>
          </a:graphicData>
        </a:graphic>
      </p:graphicFrame>
      <p:sp>
        <p:nvSpPr>
          <p:cNvPr id="35846" name="灯片编号占位符 1"/>
          <p:cNvSpPr txBox="1">
            <a:spLocks noGrp="1"/>
          </p:cNvSpPr>
          <p:nvPr>
            <p:ph type="sldNum" sz="quarter" idx="12"/>
          </p:nvPr>
        </p:nvSpPr>
        <p:spPr>
          <a:xfrm>
            <a:off x="6553200" y="6308725"/>
            <a:ext cx="2289175" cy="4127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43</a:t>
            </a:fld>
            <a:endParaRPr lang="zh-CN" alt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p:nvPr/>
        </p:nvGraphicFramePr>
        <p:xfrm>
          <a:off x="208280" y="154305"/>
          <a:ext cx="8727440" cy="6042660"/>
        </p:xfrm>
        <a:graphic>
          <a:graphicData uri="http://schemas.openxmlformats.org/presentationml/2006/ole">
            <mc:AlternateContent xmlns:mc="http://schemas.openxmlformats.org/markup-compatibility/2006">
              <mc:Choice xmlns:v="urn:schemas-microsoft-com:vml" Requires="v">
                <p:oleObj r:id="rId2" imgW="8720455" imgH="5509895" progId="Paint.Picture">
                  <p:embed/>
                </p:oleObj>
              </mc:Choice>
              <mc:Fallback>
                <p:oleObj r:id="rId2" imgW="8720455" imgH="5509895" progId="Paint.Picture">
                  <p:embed/>
                  <p:pic>
                    <p:nvPicPr>
                      <p:cNvPr id="0" name="图片 3"/>
                      <p:cNvPicPr/>
                      <p:nvPr/>
                    </p:nvPicPr>
                    <p:blipFill>
                      <a:blip r:embed="rId3"/>
                      <a:stretch>
                        <a:fillRect/>
                      </a:stretch>
                    </p:blipFill>
                    <p:spPr>
                      <a:xfrm>
                        <a:off x="208280" y="154305"/>
                        <a:ext cx="8727440" cy="6042660"/>
                      </a:xfrm>
                      <a:prstGeom prst="rect">
                        <a:avLst/>
                      </a:prstGeom>
                    </p:spPr>
                  </p:pic>
                </p:oleObj>
              </mc:Fallback>
            </mc:AlternateContent>
          </a:graphicData>
        </a:graphic>
      </p:graphicFrame>
      <p:graphicFrame>
        <p:nvGraphicFramePr>
          <p:cNvPr id="37890" name="Object 11"/>
          <p:cNvGraphicFramePr>
            <a:graphicFrameLocks noChangeAspect="1"/>
          </p:cNvGraphicFramePr>
          <p:nvPr/>
        </p:nvGraphicFramePr>
        <p:xfrm>
          <a:off x="4211638" y="143193"/>
          <a:ext cx="2016125" cy="673100"/>
        </p:xfrm>
        <a:graphic>
          <a:graphicData uri="http://schemas.openxmlformats.org/presentationml/2006/ole">
            <mc:AlternateContent xmlns:mc="http://schemas.openxmlformats.org/markup-compatibility/2006">
              <mc:Choice xmlns:v="urn:schemas-microsoft-com:vml" Requires="v">
                <p:oleObj r:id="rId4" imgW="1167765" imgH="393700" progId="Equation.DSMT4">
                  <p:embed/>
                </p:oleObj>
              </mc:Choice>
              <mc:Fallback>
                <p:oleObj r:id="rId4" imgW="1167765" imgH="393700" progId="Equation.DSMT4">
                  <p:embed/>
                  <p:pic>
                    <p:nvPicPr>
                      <p:cNvPr id="0" name="图片 3294"/>
                      <p:cNvPicPr/>
                      <p:nvPr/>
                    </p:nvPicPr>
                    <p:blipFill>
                      <a:blip r:embed="rId5"/>
                      <a:stretch>
                        <a:fillRect/>
                      </a:stretch>
                    </p:blipFill>
                    <p:spPr>
                      <a:xfrm>
                        <a:off x="4211638" y="143193"/>
                        <a:ext cx="2016125" cy="673100"/>
                      </a:xfrm>
                      <a:prstGeom prst="rect">
                        <a:avLst/>
                      </a:prstGeom>
                      <a:noFill/>
                      <a:ln w="38100">
                        <a:noFill/>
                        <a:miter/>
                      </a:ln>
                    </p:spPr>
                  </p:pic>
                </p:oleObj>
              </mc:Fallback>
            </mc:AlternateContent>
          </a:graphicData>
        </a:graphic>
      </p:graphicFrame>
      <p:graphicFrame>
        <p:nvGraphicFramePr>
          <p:cNvPr id="37891" name="Object 12"/>
          <p:cNvGraphicFramePr>
            <a:graphicFrameLocks noChangeAspect="1"/>
          </p:cNvGraphicFramePr>
          <p:nvPr/>
        </p:nvGraphicFramePr>
        <p:xfrm>
          <a:off x="1764030" y="942658"/>
          <a:ext cx="719138" cy="431800"/>
        </p:xfrm>
        <a:graphic>
          <a:graphicData uri="http://schemas.openxmlformats.org/presentationml/2006/ole">
            <mc:AlternateContent xmlns:mc="http://schemas.openxmlformats.org/markup-compatibility/2006">
              <mc:Choice xmlns:v="urn:schemas-microsoft-com:vml" Requires="v">
                <p:oleObj r:id="rId6" imgW="330200" imgH="203200" progId="Equation.DSMT4">
                  <p:embed/>
                </p:oleObj>
              </mc:Choice>
              <mc:Fallback>
                <p:oleObj r:id="rId6" imgW="330200" imgH="203200" progId="Equation.DSMT4">
                  <p:embed/>
                  <p:pic>
                    <p:nvPicPr>
                      <p:cNvPr id="0" name="图片 3283"/>
                      <p:cNvPicPr/>
                      <p:nvPr/>
                    </p:nvPicPr>
                    <p:blipFill>
                      <a:blip r:embed="rId7"/>
                      <a:stretch>
                        <a:fillRect/>
                      </a:stretch>
                    </p:blipFill>
                    <p:spPr>
                      <a:xfrm>
                        <a:off x="1764030" y="942658"/>
                        <a:ext cx="719138" cy="431800"/>
                      </a:xfrm>
                      <a:prstGeom prst="rect">
                        <a:avLst/>
                      </a:prstGeom>
                      <a:noFill/>
                      <a:ln w="38100">
                        <a:noFill/>
                        <a:miter/>
                      </a:ln>
                    </p:spPr>
                  </p:pic>
                </p:oleObj>
              </mc:Fallback>
            </mc:AlternateContent>
          </a:graphicData>
        </a:graphic>
      </p:graphicFrame>
      <p:graphicFrame>
        <p:nvGraphicFramePr>
          <p:cNvPr id="37892" name="Object 13"/>
          <p:cNvGraphicFramePr>
            <a:graphicFrameLocks noChangeAspect="1"/>
          </p:cNvGraphicFramePr>
          <p:nvPr/>
        </p:nvGraphicFramePr>
        <p:xfrm>
          <a:off x="7379970" y="961708"/>
          <a:ext cx="647700" cy="412750"/>
        </p:xfrm>
        <a:graphic>
          <a:graphicData uri="http://schemas.openxmlformats.org/presentationml/2006/ole">
            <mc:AlternateContent xmlns:mc="http://schemas.openxmlformats.org/markup-compatibility/2006">
              <mc:Choice xmlns:v="urn:schemas-microsoft-com:vml" Requires="v">
                <p:oleObj r:id="rId8" imgW="7620000" imgH="4876800" progId="Equation.DSMT4">
                  <p:embed/>
                </p:oleObj>
              </mc:Choice>
              <mc:Fallback>
                <p:oleObj r:id="rId8" imgW="7620000" imgH="4876800" progId="Equation.DSMT4">
                  <p:embed/>
                  <p:pic>
                    <p:nvPicPr>
                      <p:cNvPr id="0" name="图片 3291"/>
                      <p:cNvPicPr/>
                      <p:nvPr/>
                    </p:nvPicPr>
                    <p:blipFill>
                      <a:blip r:embed="rId9"/>
                      <a:stretch>
                        <a:fillRect/>
                      </a:stretch>
                    </p:blipFill>
                    <p:spPr>
                      <a:xfrm>
                        <a:off x="7379970" y="961708"/>
                        <a:ext cx="647700" cy="412750"/>
                      </a:xfrm>
                      <a:prstGeom prst="rect">
                        <a:avLst/>
                      </a:prstGeom>
                      <a:noFill/>
                      <a:ln w="38100">
                        <a:noFill/>
                        <a:miter/>
                      </a:ln>
                    </p:spPr>
                  </p:pic>
                </p:oleObj>
              </mc:Fallback>
            </mc:AlternateContent>
          </a:graphicData>
        </a:graphic>
      </p:graphicFrame>
      <p:graphicFrame>
        <p:nvGraphicFramePr>
          <p:cNvPr id="37893" name="Object 14"/>
          <p:cNvGraphicFramePr>
            <a:graphicFrameLocks noChangeAspect="1"/>
          </p:cNvGraphicFramePr>
          <p:nvPr/>
        </p:nvGraphicFramePr>
        <p:xfrm>
          <a:off x="3275965" y="1557020"/>
          <a:ext cx="792163" cy="450850"/>
        </p:xfrm>
        <a:graphic>
          <a:graphicData uri="http://schemas.openxmlformats.org/presentationml/2006/ole">
            <mc:AlternateContent xmlns:mc="http://schemas.openxmlformats.org/markup-compatibility/2006">
              <mc:Choice xmlns:v="urn:schemas-microsoft-com:vml" Requires="v">
                <p:oleObj r:id="rId10" imgW="419100" imgH="241300" progId="Equation.DSMT4">
                  <p:embed/>
                </p:oleObj>
              </mc:Choice>
              <mc:Fallback>
                <p:oleObj r:id="rId10" imgW="419100" imgH="241300" progId="Equation.DSMT4">
                  <p:embed/>
                  <p:pic>
                    <p:nvPicPr>
                      <p:cNvPr id="0" name="图片 3286"/>
                      <p:cNvPicPr/>
                      <p:nvPr/>
                    </p:nvPicPr>
                    <p:blipFill>
                      <a:blip r:embed="rId11"/>
                      <a:stretch>
                        <a:fillRect/>
                      </a:stretch>
                    </p:blipFill>
                    <p:spPr>
                      <a:xfrm>
                        <a:off x="3275965" y="1557020"/>
                        <a:ext cx="792163" cy="450850"/>
                      </a:xfrm>
                      <a:prstGeom prst="rect">
                        <a:avLst/>
                      </a:prstGeom>
                      <a:noFill/>
                      <a:ln w="38100">
                        <a:noFill/>
                        <a:miter/>
                      </a:ln>
                    </p:spPr>
                  </p:pic>
                </p:oleObj>
              </mc:Fallback>
            </mc:AlternateContent>
          </a:graphicData>
        </a:graphic>
      </p:graphicFrame>
      <p:graphicFrame>
        <p:nvGraphicFramePr>
          <p:cNvPr id="37894" name="Object 15"/>
          <p:cNvGraphicFramePr>
            <a:graphicFrameLocks noChangeAspect="1"/>
          </p:cNvGraphicFramePr>
          <p:nvPr/>
        </p:nvGraphicFramePr>
        <p:xfrm>
          <a:off x="5723573" y="1595120"/>
          <a:ext cx="649287" cy="412750"/>
        </p:xfrm>
        <a:graphic>
          <a:graphicData uri="http://schemas.openxmlformats.org/presentationml/2006/ole">
            <mc:AlternateContent xmlns:mc="http://schemas.openxmlformats.org/markup-compatibility/2006">
              <mc:Choice xmlns:v="urn:schemas-microsoft-com:vml" Requires="v">
                <p:oleObj r:id="rId12" imgW="7620000" imgH="4876800" progId="Equation.DSMT4">
                  <p:embed/>
                </p:oleObj>
              </mc:Choice>
              <mc:Fallback>
                <p:oleObj r:id="rId12" imgW="7620000" imgH="4876800" progId="Equation.DSMT4">
                  <p:embed/>
                  <p:pic>
                    <p:nvPicPr>
                      <p:cNvPr id="0" name="图片 3284"/>
                      <p:cNvPicPr/>
                      <p:nvPr/>
                    </p:nvPicPr>
                    <p:blipFill>
                      <a:blip r:embed="rId9"/>
                      <a:stretch>
                        <a:fillRect/>
                      </a:stretch>
                    </p:blipFill>
                    <p:spPr>
                      <a:xfrm>
                        <a:off x="5723573" y="1595120"/>
                        <a:ext cx="649287" cy="412750"/>
                      </a:xfrm>
                      <a:prstGeom prst="rect">
                        <a:avLst/>
                      </a:prstGeom>
                      <a:noFill/>
                      <a:ln w="38100">
                        <a:noFill/>
                        <a:miter/>
                      </a:ln>
                    </p:spPr>
                  </p:pic>
                </p:oleObj>
              </mc:Fallback>
            </mc:AlternateContent>
          </a:graphicData>
        </a:graphic>
      </p:graphicFrame>
      <p:graphicFrame>
        <p:nvGraphicFramePr>
          <p:cNvPr id="37895" name="Object 16"/>
          <p:cNvGraphicFramePr>
            <a:graphicFrameLocks noChangeAspect="1"/>
          </p:cNvGraphicFramePr>
          <p:nvPr/>
        </p:nvGraphicFramePr>
        <p:xfrm>
          <a:off x="1979930" y="2708910"/>
          <a:ext cx="2981325" cy="414338"/>
        </p:xfrm>
        <a:graphic>
          <a:graphicData uri="http://schemas.openxmlformats.org/presentationml/2006/ole">
            <mc:AlternateContent xmlns:mc="http://schemas.openxmlformats.org/markup-compatibility/2006">
              <mc:Choice xmlns:v="urn:schemas-microsoft-com:vml" Requires="v">
                <p:oleObj r:id="rId13" imgW="1714500" imgH="241300" progId="Equation.DSMT4">
                  <p:embed/>
                </p:oleObj>
              </mc:Choice>
              <mc:Fallback>
                <p:oleObj r:id="rId13" imgW="1714500" imgH="241300" progId="Equation.DSMT4">
                  <p:embed/>
                  <p:pic>
                    <p:nvPicPr>
                      <p:cNvPr id="0" name="图片 3285"/>
                      <p:cNvPicPr/>
                      <p:nvPr/>
                    </p:nvPicPr>
                    <p:blipFill>
                      <a:blip r:embed="rId14"/>
                      <a:stretch>
                        <a:fillRect/>
                      </a:stretch>
                    </p:blipFill>
                    <p:spPr>
                      <a:xfrm>
                        <a:off x="1979930" y="2708910"/>
                        <a:ext cx="2981325" cy="414338"/>
                      </a:xfrm>
                      <a:prstGeom prst="rect">
                        <a:avLst/>
                      </a:prstGeom>
                      <a:noFill/>
                      <a:ln w="38100">
                        <a:noFill/>
                        <a:miter/>
                      </a:ln>
                    </p:spPr>
                  </p:pic>
                </p:oleObj>
              </mc:Fallback>
            </mc:AlternateContent>
          </a:graphicData>
        </a:graphic>
      </p:graphicFrame>
      <p:graphicFrame>
        <p:nvGraphicFramePr>
          <p:cNvPr id="37896" name="Object 17"/>
          <p:cNvGraphicFramePr>
            <a:graphicFrameLocks noChangeAspect="1"/>
          </p:cNvGraphicFramePr>
          <p:nvPr/>
        </p:nvGraphicFramePr>
        <p:xfrm>
          <a:off x="2627313" y="3235960"/>
          <a:ext cx="4522787" cy="728663"/>
        </p:xfrm>
        <a:graphic>
          <a:graphicData uri="http://schemas.openxmlformats.org/presentationml/2006/ole">
            <mc:AlternateContent xmlns:mc="http://schemas.openxmlformats.org/markup-compatibility/2006">
              <mc:Choice xmlns:v="urn:schemas-microsoft-com:vml" Requires="v">
                <p:oleObj r:id="rId15" imgW="2603500" imgH="419100" progId="Equation.DSMT4">
                  <p:embed/>
                </p:oleObj>
              </mc:Choice>
              <mc:Fallback>
                <p:oleObj r:id="rId15" imgW="2603500" imgH="419100" progId="Equation.DSMT4">
                  <p:embed/>
                  <p:pic>
                    <p:nvPicPr>
                      <p:cNvPr id="0" name="图片 3288"/>
                      <p:cNvPicPr/>
                      <p:nvPr/>
                    </p:nvPicPr>
                    <p:blipFill>
                      <a:blip r:embed="rId16"/>
                      <a:stretch>
                        <a:fillRect/>
                      </a:stretch>
                    </p:blipFill>
                    <p:spPr>
                      <a:xfrm>
                        <a:off x="2627313" y="3235960"/>
                        <a:ext cx="4522787" cy="728663"/>
                      </a:xfrm>
                      <a:prstGeom prst="rect">
                        <a:avLst/>
                      </a:prstGeom>
                      <a:noFill/>
                      <a:ln w="38100">
                        <a:noFill/>
                        <a:miter/>
                      </a:ln>
                    </p:spPr>
                  </p:pic>
                </p:oleObj>
              </mc:Fallback>
            </mc:AlternateContent>
          </a:graphicData>
        </a:graphic>
      </p:graphicFrame>
      <p:graphicFrame>
        <p:nvGraphicFramePr>
          <p:cNvPr id="37898" name="Object 19"/>
          <p:cNvGraphicFramePr>
            <a:graphicFrameLocks noChangeAspect="1"/>
          </p:cNvGraphicFramePr>
          <p:nvPr/>
        </p:nvGraphicFramePr>
        <p:xfrm>
          <a:off x="7092315" y="5517198"/>
          <a:ext cx="1111250" cy="679450"/>
        </p:xfrm>
        <a:graphic>
          <a:graphicData uri="http://schemas.openxmlformats.org/presentationml/2006/ole">
            <mc:AlternateContent xmlns:mc="http://schemas.openxmlformats.org/markup-compatibility/2006">
              <mc:Choice xmlns:v="urn:schemas-microsoft-com:vml" Requires="v">
                <p:oleObj r:id="rId17" imgW="635000" imgH="393700" progId="Equation.DSMT4">
                  <p:embed/>
                </p:oleObj>
              </mc:Choice>
              <mc:Fallback>
                <p:oleObj r:id="rId17" imgW="635000" imgH="393700" progId="Equation.DSMT4">
                  <p:embed/>
                  <p:pic>
                    <p:nvPicPr>
                      <p:cNvPr id="0" name="图片 3292"/>
                      <p:cNvPicPr/>
                      <p:nvPr/>
                    </p:nvPicPr>
                    <p:blipFill>
                      <a:blip r:embed="rId18"/>
                      <a:stretch>
                        <a:fillRect/>
                      </a:stretch>
                    </p:blipFill>
                    <p:spPr>
                      <a:xfrm>
                        <a:off x="7092315" y="5517198"/>
                        <a:ext cx="1111250" cy="679450"/>
                      </a:xfrm>
                      <a:prstGeom prst="rect">
                        <a:avLst/>
                      </a:prstGeom>
                      <a:noFill/>
                      <a:ln w="38100">
                        <a:noFill/>
                        <a:miter/>
                      </a:ln>
                    </p:spPr>
                  </p:pic>
                </p:oleObj>
              </mc:Fallback>
            </mc:AlternateContent>
          </a:graphicData>
        </a:graphic>
      </p:graphicFrame>
      <p:sp>
        <p:nvSpPr>
          <p:cNvPr id="37900" name="Rectangle 22"/>
          <p:cNvSpPr/>
          <p:nvPr/>
        </p:nvSpPr>
        <p:spPr>
          <a:xfrm>
            <a:off x="0" y="3233738"/>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37901" name="灯片编号占位符 1"/>
          <p:cNvSpPr txBox="1">
            <a:spLocks noGrp="1"/>
          </p:cNvSpPr>
          <p:nvPr>
            <p:ph type="sldNum" sz="quarter" idx="12"/>
          </p:nvPr>
        </p:nvSpPr>
        <p:spPr>
          <a:xfrm>
            <a:off x="8172450" y="6245225"/>
            <a:ext cx="669925"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44</a:t>
            </a:fld>
            <a:endParaRPr lang="zh-CN" altLang="en-US" sz="1400" dirty="0"/>
          </a:p>
        </p:txBody>
      </p:sp>
      <mc:AlternateContent xmlns:mc="http://schemas.openxmlformats.org/markup-compatibility/2006" xmlns:a14="http://schemas.microsoft.com/office/drawing/2010/main">
        <mc:Choice Requires="a14">
          <p:sp>
            <p:nvSpPr>
              <p:cNvPr id="2" name="文本框 1"/>
              <p:cNvSpPr txBox="1"/>
              <p:nvPr/>
            </p:nvSpPr>
            <p:spPr>
              <a:xfrm>
                <a:off x="388620" y="4548505"/>
                <a:ext cx="8366760" cy="919480"/>
              </a:xfrm>
              <a:prstGeom prst="rect">
                <a:avLst/>
              </a:prstGeom>
              <a:noFill/>
            </p:spPr>
            <p:txBody>
              <a:bodyPr wrap="none" rtlCol="0" anchor="t">
                <a:noAutofit/>
              </a:bodyPr>
              <a:lstStyle/>
              <a:p>
                <a:pPr algn="l"/>
                <a14:m>
                  <m:oMathPara xmlns:m="http://schemas.openxmlformats.org/officeDocument/2006/math">
                    <m:oMathParaPr>
                      <m:jc m:val="centerGroup"/>
                    </m:oMathParaPr>
                    <m:oMath xmlns:m="http://schemas.openxmlformats.org/officeDocument/2006/math">
                      <m:sSub>
                        <m:sSubPr>
                          <m:ctrlPr>
                            <a:rPr lang="en-US" altLang="zh-CN" sz="1600" i="1">
                              <a:solidFill>
                                <a:schemeClr val="accent6"/>
                              </a:solidFill>
                              <a:latin typeface="Cambria Math" panose="02040503050406030204" pitchFamily="18" charset="0"/>
                              <a:cs typeface="Cambria Math" panose="02040503050406030204" pitchFamily="18" charset="0"/>
                            </a:rPr>
                          </m:ctrlPr>
                        </m:sSubPr>
                        <m:e>
                          <m:r>
                            <a:rPr lang="en-US" altLang="zh-CN" sz="1600" i="1">
                              <a:solidFill>
                                <a:schemeClr val="accent6"/>
                              </a:solidFill>
                              <a:latin typeface="Cambria Math" panose="02040503050406030204" pitchFamily="18" charset="0"/>
                              <a:cs typeface="Cambria Math" panose="02040503050406030204" pitchFamily="18" charset="0"/>
                            </a:rPr>
                            <m:t>𝑆</m:t>
                          </m:r>
                        </m:e>
                        <m:sub>
                          <m:r>
                            <a:rPr lang="en-US" altLang="zh-CN" sz="1600" i="1">
                              <a:solidFill>
                                <a:schemeClr val="accent6"/>
                              </a:solidFill>
                              <a:latin typeface="Cambria Math" panose="02040503050406030204" pitchFamily="18" charset="0"/>
                              <a:cs typeface="Cambria Math" panose="02040503050406030204" pitchFamily="18" charset="0"/>
                            </a:rPr>
                            <m:t>𝑥𝑥</m:t>
                          </m:r>
                        </m:sub>
                      </m:sSub>
                      <m:r>
                        <a:rPr lang="en-US" altLang="zh-CN" sz="1600" i="1">
                          <a:solidFill>
                            <a:schemeClr val="accent6"/>
                          </a:solidFill>
                          <a:latin typeface="Cambria Math" panose="02040503050406030204" pitchFamily="18" charset="0"/>
                          <a:cs typeface="Cambria Math" panose="02040503050406030204" pitchFamily="18" charset="0"/>
                        </a:rPr>
                        <m:t>(</m:t>
                      </m:r>
                      <m:r>
                        <a:rPr lang="en-US" altLang="zh-CN" sz="1600" i="1">
                          <a:solidFill>
                            <a:schemeClr val="accent6"/>
                          </a:solidFill>
                          <a:latin typeface="Cambria Math" panose="02040503050406030204" pitchFamily="18" charset="0"/>
                          <a:cs typeface="Cambria Math" panose="02040503050406030204" pitchFamily="18" charset="0"/>
                        </a:rPr>
                        <m:t>𝑧</m:t>
                      </m:r>
                      <m:r>
                        <a:rPr lang="en-US" altLang="zh-CN" sz="1600" i="1">
                          <a:solidFill>
                            <a:schemeClr val="accent6"/>
                          </a:solidFill>
                          <a:latin typeface="Cambria Math" panose="02040503050406030204" pitchFamily="18" charset="0"/>
                          <a:cs typeface="Cambria Math" panose="02040503050406030204" pitchFamily="18" charset="0"/>
                        </a:rPr>
                        <m:t>)=</m:t>
                      </m:r>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1</m:t>
                          </m:r>
                        </m:num>
                        <m:den>
                          <m:r>
                            <a:rPr lang="en-US" altLang="zh-CN" sz="1600" i="1">
                              <a:solidFill>
                                <a:schemeClr val="accent6"/>
                              </a:solidFill>
                              <a:latin typeface="Cambria Math" panose="02040503050406030204" pitchFamily="18" charset="0"/>
                              <a:cs typeface="Cambria Math" panose="02040503050406030204" pitchFamily="18" charset="0"/>
                            </a:rPr>
                            <m:t>(1−</m:t>
                          </m:r>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1</m:t>
                              </m:r>
                            </m:num>
                            <m:den>
                              <m:r>
                                <a:rPr lang="en-US" altLang="zh-CN" sz="1600" i="1">
                                  <a:solidFill>
                                    <a:schemeClr val="accent6"/>
                                  </a:solidFill>
                                  <a:latin typeface="Cambria Math" panose="02040503050406030204" pitchFamily="18" charset="0"/>
                                  <a:cs typeface="Cambria Math" panose="02040503050406030204" pitchFamily="18" charset="0"/>
                                </a:rPr>
                                <m:t>4</m:t>
                              </m:r>
                            </m:den>
                          </m:f>
                          <m:sSup>
                            <m:sSupPr>
                              <m:ctrlPr>
                                <a:rPr lang="en-US" altLang="zh-CN" sz="1600" i="1">
                                  <a:solidFill>
                                    <a:schemeClr val="accent6"/>
                                  </a:solidFill>
                                  <a:latin typeface="Cambria Math" panose="02040503050406030204" pitchFamily="18" charset="0"/>
                                  <a:cs typeface="Cambria Math" panose="02040503050406030204" pitchFamily="18" charset="0"/>
                                </a:rPr>
                              </m:ctrlPr>
                            </m:sSupPr>
                            <m:e>
                              <m:r>
                                <a:rPr lang="en-US" altLang="zh-CN" sz="1600" i="1">
                                  <a:solidFill>
                                    <a:schemeClr val="accent6"/>
                                  </a:solidFill>
                                  <a:latin typeface="Cambria Math" panose="02040503050406030204" pitchFamily="18" charset="0"/>
                                  <a:cs typeface="Cambria Math" panose="02040503050406030204" pitchFamily="18" charset="0"/>
                                </a:rPr>
                                <m:t>𝑧</m:t>
                              </m:r>
                            </m:e>
                            <m:sup>
                              <m:r>
                                <a:rPr lang="en-US" altLang="zh-CN" sz="1600" i="1">
                                  <a:solidFill>
                                    <a:schemeClr val="accent6"/>
                                  </a:solidFill>
                                  <a:latin typeface="Cambria Math" panose="02040503050406030204" pitchFamily="18" charset="0"/>
                                  <a:cs typeface="Cambria Math" panose="02040503050406030204" pitchFamily="18" charset="0"/>
                                </a:rPr>
                                <m:t>−1</m:t>
                              </m:r>
                            </m:sup>
                          </m:sSup>
                          <m:r>
                            <a:rPr lang="en-US" altLang="zh-CN" sz="1600" i="1">
                              <a:solidFill>
                                <a:schemeClr val="accent6"/>
                              </a:solidFill>
                              <a:latin typeface="Cambria Math" panose="02040503050406030204" pitchFamily="18" charset="0"/>
                              <a:cs typeface="Cambria Math" panose="02040503050406030204" pitchFamily="18" charset="0"/>
                            </a:rPr>
                            <m:t>)</m:t>
                          </m:r>
                          <m:r>
                            <a:rPr lang="en-US" altLang="zh-CN" sz="1600" i="1">
                              <a:solidFill>
                                <a:srgbClr val="FF0000"/>
                              </a:solidFill>
                              <a:latin typeface="Cambria Math" panose="02040503050406030204" pitchFamily="18" charset="0"/>
                              <a:cs typeface="Cambria Math" panose="02040503050406030204" pitchFamily="18" charset="0"/>
                            </a:rPr>
                            <m:t>(1−</m:t>
                          </m:r>
                          <m:f>
                            <m:fPr>
                              <m:ctrlPr>
                                <a:rPr lang="en-US" altLang="zh-CN" sz="1600" i="1">
                                  <a:solidFill>
                                    <a:srgbClr val="FF0000"/>
                                  </a:solidFill>
                                  <a:latin typeface="Cambria Math" panose="02040503050406030204" pitchFamily="18" charset="0"/>
                                  <a:cs typeface="Cambria Math" panose="02040503050406030204" pitchFamily="18" charset="0"/>
                                </a:rPr>
                              </m:ctrlPr>
                            </m:fPr>
                            <m:num>
                              <m:r>
                                <a:rPr lang="en-US" altLang="zh-CN" sz="1600" i="1">
                                  <a:solidFill>
                                    <a:srgbClr val="FF0000"/>
                                  </a:solidFill>
                                  <a:latin typeface="Cambria Math" panose="02040503050406030204" pitchFamily="18" charset="0"/>
                                  <a:cs typeface="Cambria Math" panose="02040503050406030204" pitchFamily="18" charset="0"/>
                                </a:rPr>
                                <m:t>1</m:t>
                              </m:r>
                            </m:num>
                            <m:den>
                              <m:r>
                                <a:rPr lang="en-US" altLang="zh-CN" sz="1600" i="1">
                                  <a:solidFill>
                                    <a:srgbClr val="FF0000"/>
                                  </a:solidFill>
                                  <a:latin typeface="Cambria Math" panose="02040503050406030204" pitchFamily="18" charset="0"/>
                                  <a:cs typeface="Cambria Math" panose="02040503050406030204" pitchFamily="18" charset="0"/>
                                </a:rPr>
                                <m:t>4</m:t>
                              </m:r>
                            </m:den>
                          </m:f>
                          <m:r>
                            <a:rPr lang="en-US" altLang="zh-CN" sz="1600" i="1">
                              <a:solidFill>
                                <a:srgbClr val="FF0000"/>
                              </a:solidFill>
                              <a:latin typeface="Cambria Math" panose="02040503050406030204" pitchFamily="18" charset="0"/>
                              <a:cs typeface="Cambria Math" panose="02040503050406030204" pitchFamily="18" charset="0"/>
                            </a:rPr>
                            <m:t>𝑧</m:t>
                          </m:r>
                          <m:r>
                            <a:rPr lang="en-US" altLang="zh-CN" sz="1600" i="1">
                              <a:solidFill>
                                <a:srgbClr val="FF0000"/>
                              </a:solidFill>
                              <a:latin typeface="Cambria Math" panose="02040503050406030204" pitchFamily="18" charset="0"/>
                              <a:cs typeface="Cambria Math" panose="02040503050406030204" pitchFamily="18" charset="0"/>
                            </a:rPr>
                            <m:t>)</m:t>
                          </m:r>
                        </m:den>
                      </m:f>
                      <m:r>
                        <a:rPr lang="en-US" altLang="zh-CN" sz="1600" i="1">
                          <a:solidFill>
                            <a:schemeClr val="accent6"/>
                          </a:solidFill>
                          <a:latin typeface="Cambria Math" panose="02040503050406030204" pitchFamily="18" charset="0"/>
                          <a:cs typeface="Cambria Math" panose="02040503050406030204" pitchFamily="18" charset="0"/>
                        </a:rPr>
                        <m:t>=</m:t>
                      </m:r>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1</m:t>
                          </m:r>
                        </m:num>
                        <m:den>
                          <m:r>
                            <a:rPr lang="en-US" altLang="zh-CN" sz="1600" i="1">
                              <a:solidFill>
                                <a:srgbClr val="FF0000"/>
                              </a:solidFill>
                              <a:latin typeface="Cambria Math" panose="02040503050406030204" pitchFamily="18" charset="0"/>
                              <a:cs typeface="Cambria Math" panose="02040503050406030204" pitchFamily="18" charset="0"/>
                            </a:rPr>
                            <m:t>−</m:t>
                          </m:r>
                          <m:f>
                            <m:fPr>
                              <m:ctrlPr>
                                <a:rPr lang="en-US" altLang="zh-CN" sz="1600" i="1">
                                  <a:solidFill>
                                    <a:srgbClr val="FF0000"/>
                                  </a:solidFill>
                                  <a:latin typeface="Cambria Math" panose="02040503050406030204" pitchFamily="18" charset="0"/>
                                  <a:cs typeface="Cambria Math" panose="02040503050406030204" pitchFamily="18" charset="0"/>
                                </a:rPr>
                              </m:ctrlPr>
                            </m:fPr>
                            <m:num>
                              <m:r>
                                <a:rPr lang="en-US" altLang="zh-CN" sz="1600" i="1">
                                  <a:solidFill>
                                    <a:srgbClr val="FF0000"/>
                                  </a:solidFill>
                                  <a:latin typeface="Cambria Math" panose="02040503050406030204" pitchFamily="18" charset="0"/>
                                  <a:cs typeface="Cambria Math" panose="02040503050406030204" pitchFamily="18" charset="0"/>
                                </a:rPr>
                                <m:t>1</m:t>
                              </m:r>
                            </m:num>
                            <m:den>
                              <m:r>
                                <a:rPr lang="en-US" altLang="zh-CN" sz="1600" i="1">
                                  <a:solidFill>
                                    <a:srgbClr val="FF0000"/>
                                  </a:solidFill>
                                  <a:latin typeface="Cambria Math" panose="02040503050406030204" pitchFamily="18" charset="0"/>
                                  <a:cs typeface="Cambria Math" panose="02040503050406030204" pitchFamily="18" charset="0"/>
                                </a:rPr>
                                <m:t>4</m:t>
                              </m:r>
                            </m:den>
                          </m:f>
                          <m:r>
                            <a:rPr lang="en-US" altLang="zh-CN" sz="1600" i="1">
                              <a:solidFill>
                                <a:srgbClr val="FF0000"/>
                              </a:solidFill>
                              <a:latin typeface="Cambria Math" panose="02040503050406030204" pitchFamily="18" charset="0"/>
                              <a:cs typeface="Cambria Math" panose="02040503050406030204" pitchFamily="18" charset="0"/>
                            </a:rPr>
                            <m:t>𝑧</m:t>
                          </m:r>
                          <m:r>
                            <a:rPr lang="en-US" altLang="zh-CN" sz="1600" i="1">
                              <a:solidFill>
                                <a:schemeClr val="accent6"/>
                              </a:solidFill>
                              <a:latin typeface="Cambria Math" panose="02040503050406030204" pitchFamily="18" charset="0"/>
                              <a:cs typeface="Cambria Math" panose="02040503050406030204" pitchFamily="18" charset="0"/>
                            </a:rPr>
                            <m:t>(1−</m:t>
                          </m:r>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1</m:t>
                              </m:r>
                            </m:num>
                            <m:den>
                              <m:r>
                                <a:rPr lang="en-US" altLang="zh-CN" sz="1600" i="1">
                                  <a:solidFill>
                                    <a:schemeClr val="accent6"/>
                                  </a:solidFill>
                                  <a:latin typeface="Cambria Math" panose="02040503050406030204" pitchFamily="18" charset="0"/>
                                  <a:cs typeface="Cambria Math" panose="02040503050406030204" pitchFamily="18" charset="0"/>
                                </a:rPr>
                                <m:t>4</m:t>
                              </m:r>
                            </m:den>
                          </m:f>
                          <m:sSup>
                            <m:sSupPr>
                              <m:ctrlPr>
                                <a:rPr lang="en-US" altLang="zh-CN" sz="1600" i="1">
                                  <a:solidFill>
                                    <a:schemeClr val="accent6"/>
                                  </a:solidFill>
                                  <a:latin typeface="Cambria Math" panose="02040503050406030204" pitchFamily="18" charset="0"/>
                                  <a:cs typeface="Cambria Math" panose="02040503050406030204" pitchFamily="18" charset="0"/>
                                </a:rPr>
                              </m:ctrlPr>
                            </m:sSupPr>
                            <m:e>
                              <m:r>
                                <a:rPr lang="en-US" altLang="zh-CN" sz="1600" i="1">
                                  <a:solidFill>
                                    <a:schemeClr val="accent6"/>
                                  </a:solidFill>
                                  <a:latin typeface="Cambria Math" panose="02040503050406030204" pitchFamily="18" charset="0"/>
                                  <a:cs typeface="Cambria Math" panose="02040503050406030204" pitchFamily="18" charset="0"/>
                                </a:rPr>
                                <m:t>𝑧</m:t>
                              </m:r>
                            </m:e>
                            <m:sup>
                              <m:r>
                                <a:rPr lang="en-US" altLang="zh-CN" sz="1600" i="1">
                                  <a:solidFill>
                                    <a:schemeClr val="accent6"/>
                                  </a:solidFill>
                                  <a:latin typeface="Cambria Math" panose="02040503050406030204" pitchFamily="18" charset="0"/>
                                  <a:cs typeface="Cambria Math" panose="02040503050406030204" pitchFamily="18" charset="0"/>
                                </a:rPr>
                                <m:t>−1</m:t>
                              </m:r>
                            </m:sup>
                          </m:sSup>
                          <m:r>
                            <a:rPr lang="en-US" altLang="zh-CN" sz="1600" i="1">
                              <a:solidFill>
                                <a:schemeClr val="accent6"/>
                              </a:solidFill>
                              <a:latin typeface="Cambria Math" panose="02040503050406030204" pitchFamily="18" charset="0"/>
                              <a:cs typeface="Cambria Math" panose="02040503050406030204" pitchFamily="18" charset="0"/>
                            </a:rPr>
                            <m:t>)</m:t>
                          </m:r>
                          <m:r>
                            <a:rPr lang="en-US" altLang="zh-CN" sz="1600" i="1">
                              <a:solidFill>
                                <a:srgbClr val="FF0000"/>
                              </a:solidFill>
                              <a:latin typeface="Cambria Math" panose="02040503050406030204" pitchFamily="18" charset="0"/>
                              <a:cs typeface="Cambria Math" panose="02040503050406030204" pitchFamily="18" charset="0"/>
                            </a:rPr>
                            <m:t>(1−4</m:t>
                          </m:r>
                          <m:sSup>
                            <m:sSupPr>
                              <m:ctrlPr>
                                <a:rPr lang="en-US" altLang="zh-CN" sz="1600" i="1">
                                  <a:solidFill>
                                    <a:srgbClr val="FF0000"/>
                                  </a:solidFill>
                                  <a:latin typeface="Cambria Math" panose="02040503050406030204" pitchFamily="18" charset="0"/>
                                  <a:cs typeface="Cambria Math" panose="02040503050406030204" pitchFamily="18" charset="0"/>
                                </a:rPr>
                              </m:ctrlPr>
                            </m:sSupPr>
                            <m:e>
                              <m:r>
                                <a:rPr lang="en-US" altLang="zh-CN" sz="1600" i="1">
                                  <a:solidFill>
                                    <a:srgbClr val="FF0000"/>
                                  </a:solidFill>
                                  <a:latin typeface="Cambria Math" panose="02040503050406030204" pitchFamily="18" charset="0"/>
                                  <a:cs typeface="Cambria Math" panose="02040503050406030204" pitchFamily="18" charset="0"/>
                                </a:rPr>
                                <m:t>𝑧</m:t>
                              </m:r>
                            </m:e>
                            <m:sup>
                              <m:r>
                                <a:rPr lang="en-US" altLang="zh-CN" sz="1600" i="1">
                                  <a:solidFill>
                                    <a:srgbClr val="FF0000"/>
                                  </a:solidFill>
                                  <a:latin typeface="Cambria Math" panose="02040503050406030204" pitchFamily="18" charset="0"/>
                                  <a:cs typeface="Cambria Math" panose="02040503050406030204" pitchFamily="18" charset="0"/>
                                </a:rPr>
                                <m:t>−1</m:t>
                              </m:r>
                            </m:sup>
                          </m:sSup>
                          <m:r>
                            <a:rPr lang="en-US" altLang="zh-CN" sz="1600" i="1">
                              <a:solidFill>
                                <a:srgbClr val="FF0000"/>
                              </a:solidFill>
                              <a:latin typeface="Cambria Math" panose="02040503050406030204" pitchFamily="18" charset="0"/>
                              <a:cs typeface="Cambria Math" panose="02040503050406030204" pitchFamily="18" charset="0"/>
                            </a:rPr>
                            <m:t>)</m:t>
                          </m:r>
                        </m:den>
                      </m:f>
                      <m:r>
                        <a:rPr lang="en-US" altLang="zh-CN" sz="1600" i="1">
                          <a:solidFill>
                            <a:schemeClr val="accent6"/>
                          </a:solidFill>
                          <a:latin typeface="Cambria Math" panose="02040503050406030204" pitchFamily="18" charset="0"/>
                          <a:cs typeface="Cambria Math" panose="02040503050406030204" pitchFamily="18" charset="0"/>
                        </a:rPr>
                        <m:t>=</m:t>
                      </m:r>
                      <m:f>
                        <m:fPr>
                          <m:ctrlPr>
                            <a:rPr lang="en-US" altLang="zh-CN" sz="1600" i="1">
                              <a:solidFill>
                                <a:schemeClr val="accent6"/>
                              </a:solidFill>
                              <a:latin typeface="Cambria Math" panose="02040503050406030204" pitchFamily="18" charset="0"/>
                              <a:cs typeface="Cambria Math" panose="02040503050406030204" pitchFamily="18" charset="0"/>
                            </a:rPr>
                          </m:ctrlPr>
                        </m:fPr>
                        <m:num>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16</m:t>
                              </m:r>
                            </m:num>
                            <m:den>
                              <m:r>
                                <a:rPr lang="en-US" altLang="zh-CN" sz="1600" i="1">
                                  <a:solidFill>
                                    <a:schemeClr val="accent6"/>
                                  </a:solidFill>
                                  <a:latin typeface="Cambria Math" panose="02040503050406030204" pitchFamily="18" charset="0"/>
                                  <a:cs typeface="Cambria Math" panose="02040503050406030204" pitchFamily="18" charset="0"/>
                                </a:rPr>
                                <m:t>15</m:t>
                              </m:r>
                            </m:den>
                          </m:f>
                        </m:num>
                        <m:den>
                          <m:r>
                            <a:rPr lang="en-US" altLang="zh-CN" sz="1600" i="1">
                              <a:solidFill>
                                <a:schemeClr val="accent6"/>
                              </a:solidFill>
                              <a:latin typeface="Cambria Math" panose="02040503050406030204" pitchFamily="18" charset="0"/>
                              <a:cs typeface="Cambria Math" panose="02040503050406030204" pitchFamily="18" charset="0"/>
                            </a:rPr>
                            <m:t>1−</m:t>
                          </m:r>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1</m:t>
                              </m:r>
                            </m:num>
                            <m:den>
                              <m:r>
                                <a:rPr lang="en-US" altLang="zh-CN" sz="1600" i="1">
                                  <a:solidFill>
                                    <a:schemeClr val="accent6"/>
                                  </a:solidFill>
                                  <a:latin typeface="Cambria Math" panose="02040503050406030204" pitchFamily="18" charset="0"/>
                                  <a:cs typeface="Cambria Math" panose="02040503050406030204" pitchFamily="18" charset="0"/>
                                </a:rPr>
                                <m:t>4</m:t>
                              </m:r>
                            </m:den>
                          </m:f>
                          <m:sSup>
                            <m:sSupPr>
                              <m:ctrlPr>
                                <a:rPr lang="en-US" altLang="zh-CN" sz="1600" i="1">
                                  <a:solidFill>
                                    <a:schemeClr val="accent6"/>
                                  </a:solidFill>
                                  <a:latin typeface="Cambria Math" panose="02040503050406030204" pitchFamily="18" charset="0"/>
                                  <a:cs typeface="Cambria Math" panose="02040503050406030204" pitchFamily="18" charset="0"/>
                                </a:rPr>
                              </m:ctrlPr>
                            </m:sSupPr>
                            <m:e>
                              <m:r>
                                <a:rPr lang="en-US" altLang="zh-CN" sz="1600" i="1">
                                  <a:solidFill>
                                    <a:schemeClr val="accent6"/>
                                  </a:solidFill>
                                  <a:latin typeface="Cambria Math" panose="02040503050406030204" pitchFamily="18" charset="0"/>
                                  <a:cs typeface="Cambria Math" panose="02040503050406030204" pitchFamily="18" charset="0"/>
                                </a:rPr>
                                <m:t>𝑧</m:t>
                              </m:r>
                            </m:e>
                            <m:sup>
                              <m:r>
                                <a:rPr lang="en-US" altLang="zh-CN" sz="1600" i="1">
                                  <a:solidFill>
                                    <a:schemeClr val="accent6"/>
                                  </a:solidFill>
                                  <a:latin typeface="Cambria Math" panose="02040503050406030204" pitchFamily="18" charset="0"/>
                                  <a:cs typeface="Cambria Math" panose="02040503050406030204" pitchFamily="18" charset="0"/>
                                </a:rPr>
                                <m:t>−1</m:t>
                              </m:r>
                            </m:sup>
                          </m:sSup>
                        </m:den>
                      </m:f>
                      <m:r>
                        <a:rPr lang="en-US" altLang="zh-CN" sz="1600" i="1">
                          <a:solidFill>
                            <a:schemeClr val="accent6"/>
                          </a:solidFill>
                          <a:latin typeface="Cambria Math" panose="02040503050406030204" pitchFamily="18" charset="0"/>
                          <a:cs typeface="Cambria Math" panose="02040503050406030204" pitchFamily="18" charset="0"/>
                        </a:rPr>
                        <m:t>+</m:t>
                      </m:r>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m:t>
                          </m:r>
                          <m:f>
                            <m:fPr>
                              <m:ctrlPr>
                                <a:rPr lang="en-US" altLang="zh-CN" sz="1600" i="1">
                                  <a:solidFill>
                                    <a:schemeClr val="accent6"/>
                                  </a:solidFill>
                                  <a:latin typeface="Cambria Math" panose="02040503050406030204" pitchFamily="18" charset="0"/>
                                  <a:cs typeface="Cambria Math" panose="02040503050406030204" pitchFamily="18" charset="0"/>
                                </a:rPr>
                              </m:ctrlPr>
                            </m:fPr>
                            <m:num>
                              <m:r>
                                <a:rPr lang="en-US" altLang="zh-CN" sz="1600" i="1">
                                  <a:solidFill>
                                    <a:schemeClr val="accent6"/>
                                  </a:solidFill>
                                  <a:latin typeface="Cambria Math" panose="02040503050406030204" pitchFamily="18" charset="0"/>
                                  <a:cs typeface="Cambria Math" panose="02040503050406030204" pitchFamily="18" charset="0"/>
                                </a:rPr>
                                <m:t>16</m:t>
                              </m:r>
                            </m:num>
                            <m:den>
                              <m:r>
                                <a:rPr lang="en-US" altLang="zh-CN" sz="1600" i="1">
                                  <a:solidFill>
                                    <a:schemeClr val="accent6"/>
                                  </a:solidFill>
                                  <a:latin typeface="Cambria Math" panose="02040503050406030204" pitchFamily="18" charset="0"/>
                                  <a:cs typeface="Cambria Math" panose="02040503050406030204" pitchFamily="18" charset="0"/>
                                </a:rPr>
                                <m:t>15</m:t>
                              </m:r>
                            </m:den>
                          </m:f>
                        </m:num>
                        <m:den>
                          <m:r>
                            <a:rPr lang="en-US" altLang="zh-CN" sz="1600" i="1">
                              <a:solidFill>
                                <a:schemeClr val="accent6"/>
                              </a:solidFill>
                              <a:latin typeface="Cambria Math" panose="02040503050406030204" pitchFamily="18" charset="0"/>
                              <a:cs typeface="Cambria Math" panose="02040503050406030204" pitchFamily="18" charset="0"/>
                            </a:rPr>
                            <m:t>1−4</m:t>
                          </m:r>
                          <m:sSup>
                            <m:sSupPr>
                              <m:ctrlPr>
                                <a:rPr lang="en-US" altLang="zh-CN" sz="1600" i="1">
                                  <a:solidFill>
                                    <a:schemeClr val="accent6"/>
                                  </a:solidFill>
                                  <a:latin typeface="Cambria Math" panose="02040503050406030204" pitchFamily="18" charset="0"/>
                                  <a:cs typeface="Cambria Math" panose="02040503050406030204" pitchFamily="18" charset="0"/>
                                </a:rPr>
                              </m:ctrlPr>
                            </m:sSupPr>
                            <m:e>
                              <m:r>
                                <a:rPr lang="en-US" altLang="zh-CN" sz="1600" i="1">
                                  <a:solidFill>
                                    <a:schemeClr val="accent6"/>
                                  </a:solidFill>
                                  <a:latin typeface="Cambria Math" panose="02040503050406030204" pitchFamily="18" charset="0"/>
                                  <a:cs typeface="Cambria Math" panose="02040503050406030204" pitchFamily="18" charset="0"/>
                                </a:rPr>
                                <m:t>𝑧</m:t>
                              </m:r>
                            </m:e>
                            <m:sup>
                              <m:r>
                                <a:rPr lang="en-US" altLang="zh-CN" sz="1600" i="1">
                                  <a:solidFill>
                                    <a:schemeClr val="accent6"/>
                                  </a:solidFill>
                                  <a:latin typeface="Cambria Math" panose="02040503050406030204" pitchFamily="18" charset="0"/>
                                  <a:cs typeface="Cambria Math" panose="02040503050406030204" pitchFamily="18" charset="0"/>
                                </a:rPr>
                                <m:t>−1</m:t>
                              </m:r>
                            </m:sup>
                          </m:sSup>
                        </m:den>
                      </m:f>
                    </m:oMath>
                  </m:oMathPara>
                </a14:m>
                <a:endParaRPr lang="en-US" altLang="zh-CN" sz="1600" i="1">
                  <a:solidFill>
                    <a:schemeClr val="accent6"/>
                  </a:solidFill>
                  <a:latin typeface="Cambria Math" panose="02040503050406030204" pitchFamily="18" charset="0"/>
                  <a:cs typeface="Cambria Math" panose="020405030504060302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88620" y="4548505"/>
                <a:ext cx="8366760" cy="919480"/>
              </a:xfrm>
              <a:prstGeom prst="rect">
                <a:avLst/>
              </a:prstGeom>
              <a:blipFill rotWithShape="1">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1114996" y="6093714"/>
                <a:ext cx="4485843" cy="714683"/>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solidFill>
                                <a:schemeClr val="accent6"/>
                              </a:solidFill>
                              <a:latin typeface="Cambria Math" panose="02040503050406030204" pitchFamily="18" charset="0"/>
                              <a:cs typeface="Cambria Math" panose="02040503050406030204" pitchFamily="18" charset="0"/>
                            </a:rPr>
                          </m:ctrlPr>
                        </m:sSubPr>
                        <m:e>
                          <m:r>
                            <m:rPr>
                              <m:sty m:val="p"/>
                            </m:rPr>
                            <a:rPr lang="en-US" altLang="zh-CN" i="1">
                              <a:solidFill>
                                <a:schemeClr val="accent6"/>
                              </a:solidFill>
                              <a:latin typeface="Cambria Math" panose="02040503050406030204" pitchFamily="18" charset="0"/>
                              <a:cs typeface="Cambria Math" panose="02040503050406030204" pitchFamily="18" charset="0"/>
                            </a:rPr>
                            <m:t>R</m:t>
                          </m:r>
                        </m:e>
                        <m:sub>
                          <m:r>
                            <a:rPr lang="en-US" altLang="zh-CN" i="1">
                              <a:solidFill>
                                <a:schemeClr val="accent6"/>
                              </a:solidFill>
                              <a:latin typeface="Cambria Math" panose="02040503050406030204" pitchFamily="18" charset="0"/>
                              <a:cs typeface="Cambria Math" panose="02040503050406030204" pitchFamily="18" charset="0"/>
                            </a:rPr>
                            <m:t>𝑥𝑥</m:t>
                          </m:r>
                        </m:sub>
                      </m:sSub>
                      <m:r>
                        <a:rPr lang="en-US" altLang="zh-CN" i="1">
                          <a:solidFill>
                            <a:schemeClr val="accent6"/>
                          </a:solidFill>
                          <a:latin typeface="Cambria Math" panose="02040503050406030204" pitchFamily="18" charset="0"/>
                          <a:cs typeface="Cambria Math" panose="02040503050406030204" pitchFamily="18" charset="0"/>
                        </a:rPr>
                        <m:t>(</m:t>
                      </m:r>
                      <m:r>
                        <a:rPr lang="en-US" altLang="zh-CN" i="1">
                          <a:solidFill>
                            <a:schemeClr val="accent6"/>
                          </a:solidFill>
                          <a:latin typeface="Cambria Math" panose="02040503050406030204" pitchFamily="18" charset="0"/>
                          <a:cs typeface="Cambria Math" panose="02040503050406030204" pitchFamily="18" charset="0"/>
                        </a:rPr>
                        <m:t>𝑛</m:t>
                      </m:r>
                      <m:r>
                        <a:rPr lang="en-US" altLang="zh-CN" i="1">
                          <a:solidFill>
                            <a:schemeClr val="accent6"/>
                          </a:solidFill>
                          <a:latin typeface="Cambria Math" panose="02040503050406030204" pitchFamily="18" charset="0"/>
                          <a:cs typeface="Cambria Math" panose="02040503050406030204" pitchFamily="18" charset="0"/>
                        </a:rPr>
                        <m:t>)=</m:t>
                      </m:r>
                      <m:f>
                        <m:fPr>
                          <m:ctrlPr>
                            <a:rPr lang="en-US" altLang="zh-CN" i="1">
                              <a:solidFill>
                                <a:schemeClr val="accent6"/>
                              </a:solidFill>
                              <a:latin typeface="Cambria Math" panose="02040503050406030204" pitchFamily="18" charset="0"/>
                              <a:cs typeface="Cambria Math" panose="02040503050406030204" pitchFamily="18" charset="0"/>
                            </a:rPr>
                          </m:ctrlPr>
                        </m:fPr>
                        <m:num>
                          <m:r>
                            <a:rPr lang="en-US" altLang="zh-CN" i="1">
                              <a:solidFill>
                                <a:schemeClr val="accent6"/>
                              </a:solidFill>
                              <a:latin typeface="Cambria Math" panose="02040503050406030204" pitchFamily="18" charset="0"/>
                              <a:cs typeface="Cambria Math" panose="02040503050406030204" pitchFamily="18" charset="0"/>
                            </a:rPr>
                            <m:t>16</m:t>
                          </m:r>
                        </m:num>
                        <m:den>
                          <m:r>
                            <a:rPr lang="en-US" altLang="zh-CN" i="1">
                              <a:solidFill>
                                <a:schemeClr val="accent6"/>
                              </a:solidFill>
                              <a:latin typeface="Cambria Math" panose="02040503050406030204" pitchFamily="18" charset="0"/>
                              <a:cs typeface="Cambria Math" panose="02040503050406030204" pitchFamily="18" charset="0"/>
                            </a:rPr>
                            <m:t>15</m:t>
                          </m:r>
                        </m:den>
                      </m:f>
                      <m:sSup>
                        <m:sSupPr>
                          <m:ctrlPr>
                            <a:rPr lang="en-US" altLang="zh-CN" i="1">
                              <a:solidFill>
                                <a:schemeClr val="accent6"/>
                              </a:solidFill>
                              <a:latin typeface="Cambria Math" panose="02040503050406030204" pitchFamily="18" charset="0"/>
                              <a:cs typeface="Cambria Math" panose="02040503050406030204" pitchFamily="18" charset="0"/>
                            </a:rPr>
                          </m:ctrlPr>
                        </m:sSupPr>
                        <m:e>
                          <m:d>
                            <m:dPr>
                              <m:ctrlPr>
                                <a:rPr lang="en-US" altLang="zh-CN" i="1">
                                  <a:solidFill>
                                    <a:schemeClr val="accent6"/>
                                  </a:solidFill>
                                  <a:latin typeface="Cambria Math" panose="02040503050406030204" pitchFamily="18" charset="0"/>
                                  <a:cs typeface="Cambria Math" panose="02040503050406030204" pitchFamily="18" charset="0"/>
                                </a:rPr>
                              </m:ctrlPr>
                            </m:dPr>
                            <m:e>
                              <m:f>
                                <m:fPr>
                                  <m:ctrlPr>
                                    <a:rPr lang="en-US" altLang="zh-CN" i="1">
                                      <a:solidFill>
                                        <a:schemeClr val="accent6"/>
                                      </a:solidFill>
                                      <a:latin typeface="Cambria Math" panose="02040503050406030204" pitchFamily="18" charset="0"/>
                                      <a:cs typeface="Cambria Math" panose="02040503050406030204" pitchFamily="18" charset="0"/>
                                    </a:rPr>
                                  </m:ctrlPr>
                                </m:fPr>
                                <m:num>
                                  <m:r>
                                    <a:rPr lang="en-US" altLang="zh-CN" i="1">
                                      <a:solidFill>
                                        <a:schemeClr val="accent6"/>
                                      </a:solidFill>
                                      <a:latin typeface="Cambria Math" panose="02040503050406030204" pitchFamily="18" charset="0"/>
                                      <a:cs typeface="Cambria Math" panose="02040503050406030204" pitchFamily="18" charset="0"/>
                                    </a:rPr>
                                    <m:t>1</m:t>
                                  </m:r>
                                </m:num>
                                <m:den>
                                  <m:r>
                                    <a:rPr lang="en-US" altLang="zh-CN" i="1">
                                      <a:solidFill>
                                        <a:schemeClr val="accent6"/>
                                      </a:solidFill>
                                      <a:latin typeface="Cambria Math" panose="02040503050406030204" pitchFamily="18" charset="0"/>
                                      <a:cs typeface="Cambria Math" panose="02040503050406030204" pitchFamily="18" charset="0"/>
                                    </a:rPr>
                                    <m:t>4</m:t>
                                  </m:r>
                                </m:den>
                              </m:f>
                            </m:e>
                          </m:d>
                          <m:r>
                            <a:rPr lang="zh-CN" altLang="en-US">
                              <a:solidFill>
                                <a:schemeClr val="accent6"/>
                              </a:solidFill>
                              <a:latin typeface="Cambria Math" panose="02040503050406030204" pitchFamily="18" charset="0"/>
                            </a:rPr>
                            <m:t> </m:t>
                          </m:r>
                        </m:e>
                        <m:sup>
                          <m:r>
                            <a:rPr lang="en-US" altLang="zh-CN" i="1">
                              <a:solidFill>
                                <a:schemeClr val="accent6"/>
                              </a:solidFill>
                              <a:latin typeface="Cambria Math" panose="02040503050406030204" pitchFamily="18" charset="0"/>
                              <a:cs typeface="Cambria Math" panose="02040503050406030204" pitchFamily="18" charset="0"/>
                            </a:rPr>
                            <m:t>𝑛</m:t>
                          </m:r>
                        </m:sup>
                      </m:sSup>
                      <m:r>
                        <a:rPr lang="en-US" altLang="zh-CN" i="1">
                          <a:solidFill>
                            <a:schemeClr val="accent6"/>
                          </a:solidFill>
                          <a:latin typeface="Cambria Math" panose="02040503050406030204" pitchFamily="18" charset="0"/>
                          <a:cs typeface="Cambria Math" panose="02040503050406030204" pitchFamily="18" charset="0"/>
                        </a:rPr>
                        <m:t>𝑢</m:t>
                      </m:r>
                      <m:r>
                        <a:rPr lang="en-US" altLang="zh-CN" i="1">
                          <a:solidFill>
                            <a:schemeClr val="accent6"/>
                          </a:solidFill>
                          <a:latin typeface="Cambria Math" panose="02040503050406030204" pitchFamily="18" charset="0"/>
                          <a:cs typeface="Cambria Math" panose="02040503050406030204" pitchFamily="18" charset="0"/>
                        </a:rPr>
                        <m:t>(</m:t>
                      </m:r>
                      <m:r>
                        <a:rPr lang="en-US" altLang="zh-CN" i="1">
                          <a:solidFill>
                            <a:schemeClr val="accent6"/>
                          </a:solidFill>
                          <a:latin typeface="Cambria Math" panose="02040503050406030204" pitchFamily="18" charset="0"/>
                          <a:cs typeface="Cambria Math" panose="02040503050406030204" pitchFamily="18" charset="0"/>
                        </a:rPr>
                        <m:t>𝑛</m:t>
                      </m:r>
                      <m:r>
                        <a:rPr lang="en-US" altLang="zh-CN" i="1">
                          <a:solidFill>
                            <a:schemeClr val="accent6"/>
                          </a:solidFill>
                          <a:latin typeface="Cambria Math" panose="02040503050406030204" pitchFamily="18" charset="0"/>
                          <a:cs typeface="Cambria Math" panose="02040503050406030204" pitchFamily="18" charset="0"/>
                        </a:rPr>
                        <m:t>)+</m:t>
                      </m:r>
                      <m:f>
                        <m:fPr>
                          <m:ctrlPr>
                            <a:rPr lang="en-US" altLang="zh-CN" i="1">
                              <a:solidFill>
                                <a:srgbClr val="FF0000"/>
                              </a:solidFill>
                              <a:latin typeface="Cambria Math" panose="02040503050406030204" pitchFamily="18" charset="0"/>
                              <a:cs typeface="Cambria Math" panose="02040503050406030204" pitchFamily="18" charset="0"/>
                            </a:rPr>
                          </m:ctrlPr>
                        </m:fPr>
                        <m:num>
                          <m:r>
                            <a:rPr lang="en-US" altLang="zh-CN" i="1">
                              <a:solidFill>
                                <a:srgbClr val="FF0000"/>
                              </a:solidFill>
                              <a:latin typeface="Cambria Math" panose="02040503050406030204" pitchFamily="18" charset="0"/>
                              <a:cs typeface="Cambria Math" panose="02040503050406030204" pitchFamily="18" charset="0"/>
                            </a:rPr>
                            <m:t>16</m:t>
                          </m:r>
                        </m:num>
                        <m:den>
                          <m:r>
                            <a:rPr lang="en-US" altLang="zh-CN" i="1">
                              <a:solidFill>
                                <a:srgbClr val="FF0000"/>
                              </a:solidFill>
                              <a:latin typeface="Cambria Math" panose="02040503050406030204" pitchFamily="18" charset="0"/>
                              <a:cs typeface="Cambria Math" panose="02040503050406030204" pitchFamily="18" charset="0"/>
                            </a:rPr>
                            <m:t>15</m:t>
                          </m:r>
                        </m:den>
                      </m:f>
                      <m:sSup>
                        <m:sSupPr>
                          <m:ctrlPr>
                            <a:rPr lang="en-US" altLang="zh-CN" i="1">
                              <a:solidFill>
                                <a:srgbClr val="FF0000"/>
                              </a:solidFill>
                              <a:latin typeface="Cambria Math" panose="02040503050406030204" pitchFamily="18" charset="0"/>
                              <a:cs typeface="Cambria Math" panose="02040503050406030204" pitchFamily="18" charset="0"/>
                            </a:rPr>
                          </m:ctrlPr>
                        </m:sSupPr>
                        <m:e>
                          <m:r>
                            <a:rPr lang="en-US" altLang="zh-CN" i="1">
                              <a:solidFill>
                                <a:srgbClr val="FF0000"/>
                              </a:solidFill>
                              <a:latin typeface="Cambria Math" panose="02040503050406030204" pitchFamily="18" charset="0"/>
                              <a:cs typeface="Cambria Math" panose="02040503050406030204" pitchFamily="18" charset="0"/>
                            </a:rPr>
                            <m:t>4</m:t>
                          </m:r>
                        </m:e>
                        <m:sup>
                          <m:r>
                            <a:rPr lang="en-US" altLang="zh-CN" i="1">
                              <a:solidFill>
                                <a:srgbClr val="FF0000"/>
                              </a:solidFill>
                              <a:latin typeface="Cambria Math" panose="02040503050406030204" pitchFamily="18" charset="0"/>
                              <a:cs typeface="Cambria Math" panose="02040503050406030204" pitchFamily="18" charset="0"/>
                            </a:rPr>
                            <m:t>𝑛</m:t>
                          </m:r>
                        </m:sup>
                      </m:sSup>
                      <m:r>
                        <a:rPr lang="en-US" altLang="zh-CN" i="1">
                          <a:solidFill>
                            <a:srgbClr val="FF0000"/>
                          </a:solidFill>
                          <a:latin typeface="Cambria Math" panose="02040503050406030204" pitchFamily="18" charset="0"/>
                          <a:cs typeface="Cambria Math" panose="02040503050406030204" pitchFamily="18" charset="0"/>
                        </a:rPr>
                        <m:t>𝑢</m:t>
                      </m:r>
                      <m:r>
                        <a:rPr lang="en-US" altLang="zh-CN" i="1">
                          <a:solidFill>
                            <a:srgbClr val="FF0000"/>
                          </a:solidFill>
                          <a:latin typeface="Cambria Math" panose="02040503050406030204" pitchFamily="18" charset="0"/>
                          <a:cs typeface="Cambria Math" panose="02040503050406030204" pitchFamily="18" charset="0"/>
                        </a:rPr>
                        <m:t>(−</m:t>
                      </m:r>
                      <m:r>
                        <a:rPr lang="en-US" altLang="zh-CN" i="1">
                          <a:solidFill>
                            <a:srgbClr val="FF0000"/>
                          </a:solidFill>
                          <a:latin typeface="Cambria Math" panose="02040503050406030204" pitchFamily="18" charset="0"/>
                          <a:cs typeface="Cambria Math" panose="02040503050406030204" pitchFamily="18" charset="0"/>
                        </a:rPr>
                        <m:t>𝑛</m:t>
                      </m:r>
                      <m:r>
                        <a:rPr lang="en-US" altLang="zh-CN" i="1">
                          <a:solidFill>
                            <a:srgbClr val="FF0000"/>
                          </a:solidFill>
                          <a:latin typeface="Cambria Math" panose="02040503050406030204" pitchFamily="18" charset="0"/>
                          <a:cs typeface="Cambria Math" panose="02040503050406030204" pitchFamily="18" charset="0"/>
                        </a:rPr>
                        <m:t>−1)</m:t>
                      </m:r>
                    </m:oMath>
                  </m:oMathPara>
                </a14:m>
                <a:endParaRPr lang="en-US" altLang="zh-CN" i="1" dirty="0">
                  <a:solidFill>
                    <a:srgbClr val="FF0000"/>
                  </a:solidFill>
                  <a:latin typeface="Cambria Math" panose="02040503050406030204" pitchFamily="18" charset="0"/>
                  <a:ea typeface="MS Mincho" charset="0"/>
                  <a:cs typeface="Cambria Math" panose="020405030504060302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114996" y="6093714"/>
                <a:ext cx="4485843" cy="714683"/>
              </a:xfrm>
              <a:prstGeom prst="rect">
                <a:avLst/>
              </a:prstGeom>
              <a:blipFill>
                <a:blip r:embed="rId21"/>
                <a:stretch>
                  <a:fillRect/>
                </a:stretch>
              </a:blipFill>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4"/>
          <p:cNvSpPr>
            <a:spLocks noRot="1" noChangeAspect="1" noMove="1" noResize="1" noEditPoints="1" noAdjustHandles="1" noChangeArrowheads="1" noChangeShapeType="1" noTextEdit="1"/>
          </p:cNvSpPr>
          <p:nvPr/>
        </p:nvSpPr>
        <p:spPr bwMode="auto">
          <a:xfrm>
            <a:off x="301625" y="476250"/>
            <a:ext cx="8842375" cy="5832475"/>
          </a:xfrm>
          <a:prstGeom prst="rect">
            <a:avLst/>
          </a:prstGeom>
          <a:blipFill rotWithShape="0">
            <a:blip r:embed="rId2" cstate="print"/>
            <a:stretch>
              <a:fillRect l="-1378" r="-1378"/>
            </a:stretch>
          </a:blipFill>
          <a:ln>
            <a:noFill/>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noFill/>
                <a:effectLst/>
                <a:uLnTx/>
                <a:uFillTx/>
                <a:latin typeface="Arial" panose="020B0604020202020204" pitchFamily="34" charset="0"/>
                <a:ea typeface="宋体" panose="02010600030101010101" pitchFamily="2" charset="-122"/>
                <a:cs typeface="+mn-cs"/>
              </a:rPr>
              <a:t> </a:t>
            </a:r>
          </a:p>
        </p:txBody>
      </p:sp>
      <p:graphicFrame>
        <p:nvGraphicFramePr>
          <p:cNvPr id="38914" name="Object 26"/>
          <p:cNvGraphicFramePr>
            <a:graphicFrameLocks noChangeAspect="1"/>
          </p:cNvGraphicFramePr>
          <p:nvPr/>
        </p:nvGraphicFramePr>
        <p:xfrm>
          <a:off x="6656388" y="1408113"/>
          <a:ext cx="812800" cy="461962"/>
        </p:xfrm>
        <a:graphic>
          <a:graphicData uri="http://schemas.openxmlformats.org/presentationml/2006/ole">
            <mc:AlternateContent xmlns:mc="http://schemas.openxmlformats.org/markup-compatibility/2006">
              <mc:Choice xmlns:v="urn:schemas-microsoft-com:vml" Requires="v">
                <p:oleObj r:id="rId3" imgW="419100" imgH="241300" progId="Equation.DSMT4">
                  <p:embed/>
                </p:oleObj>
              </mc:Choice>
              <mc:Fallback>
                <p:oleObj r:id="rId3" imgW="419100" imgH="241300" progId="Equation.DSMT4">
                  <p:embed/>
                  <p:pic>
                    <p:nvPicPr>
                      <p:cNvPr id="0" name="图片 3287"/>
                      <p:cNvPicPr/>
                      <p:nvPr/>
                    </p:nvPicPr>
                    <p:blipFill>
                      <a:blip r:embed="rId4"/>
                      <a:stretch>
                        <a:fillRect/>
                      </a:stretch>
                    </p:blipFill>
                    <p:spPr>
                      <a:xfrm>
                        <a:off x="6656388" y="1408113"/>
                        <a:ext cx="812800" cy="461962"/>
                      </a:xfrm>
                      <a:prstGeom prst="rect">
                        <a:avLst/>
                      </a:prstGeom>
                      <a:noFill/>
                      <a:ln w="38100">
                        <a:noFill/>
                        <a:miter/>
                      </a:ln>
                    </p:spPr>
                  </p:pic>
                </p:oleObj>
              </mc:Fallback>
            </mc:AlternateContent>
          </a:graphicData>
        </a:graphic>
      </p:graphicFrame>
      <p:graphicFrame>
        <p:nvGraphicFramePr>
          <p:cNvPr id="38915" name="Object 27"/>
          <p:cNvGraphicFramePr>
            <a:graphicFrameLocks noChangeAspect="1"/>
          </p:cNvGraphicFramePr>
          <p:nvPr/>
        </p:nvGraphicFramePr>
        <p:xfrm>
          <a:off x="1166813" y="2492375"/>
          <a:ext cx="614362" cy="392113"/>
        </p:xfrm>
        <a:graphic>
          <a:graphicData uri="http://schemas.openxmlformats.org/presentationml/2006/ole">
            <mc:AlternateContent xmlns:mc="http://schemas.openxmlformats.org/markup-compatibility/2006">
              <mc:Choice xmlns:v="urn:schemas-microsoft-com:vml" Requires="v">
                <p:oleObj r:id="rId5" imgW="317500" imgH="203200" progId="Equation.DSMT4">
                  <p:embed/>
                </p:oleObj>
              </mc:Choice>
              <mc:Fallback>
                <p:oleObj r:id="rId5" imgW="317500" imgH="203200" progId="Equation.DSMT4">
                  <p:embed/>
                  <p:pic>
                    <p:nvPicPr>
                      <p:cNvPr id="0" name="图片 3296"/>
                      <p:cNvPicPr/>
                      <p:nvPr/>
                    </p:nvPicPr>
                    <p:blipFill>
                      <a:blip r:embed="rId6"/>
                      <a:stretch>
                        <a:fillRect/>
                      </a:stretch>
                    </p:blipFill>
                    <p:spPr>
                      <a:xfrm>
                        <a:off x="1166813" y="2492375"/>
                        <a:ext cx="614362" cy="392113"/>
                      </a:xfrm>
                      <a:prstGeom prst="rect">
                        <a:avLst/>
                      </a:prstGeom>
                      <a:noFill/>
                      <a:ln w="38100">
                        <a:noFill/>
                        <a:miter/>
                      </a:ln>
                    </p:spPr>
                  </p:pic>
                </p:oleObj>
              </mc:Fallback>
            </mc:AlternateContent>
          </a:graphicData>
        </a:graphic>
      </p:graphicFrame>
      <p:sp>
        <p:nvSpPr>
          <p:cNvPr id="38918" name="Rectangle 30"/>
          <p:cNvSpPr/>
          <p:nvPr/>
        </p:nvSpPr>
        <p:spPr>
          <a:xfrm>
            <a:off x="0" y="3328988"/>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38916" name="Object 31"/>
          <p:cNvGraphicFramePr>
            <a:graphicFrameLocks noChangeAspect="1"/>
          </p:cNvGraphicFramePr>
          <p:nvPr/>
        </p:nvGraphicFramePr>
        <p:xfrm>
          <a:off x="3136900" y="5686425"/>
          <a:ext cx="2870200" cy="461963"/>
        </p:xfrm>
        <a:graphic>
          <a:graphicData uri="http://schemas.openxmlformats.org/presentationml/2006/ole">
            <mc:AlternateContent xmlns:mc="http://schemas.openxmlformats.org/markup-compatibility/2006">
              <mc:Choice xmlns:v="urn:schemas-microsoft-com:vml" Requires="v">
                <p:oleObj r:id="rId7" imgW="1473200" imgH="241300" progId="Equation.DSMT4">
                  <p:embed/>
                </p:oleObj>
              </mc:Choice>
              <mc:Fallback>
                <p:oleObj r:id="rId7" imgW="1473200" imgH="241300" progId="Equation.DSMT4">
                  <p:embed/>
                  <p:pic>
                    <p:nvPicPr>
                      <p:cNvPr id="0" name="图片 3290"/>
                      <p:cNvPicPr/>
                      <p:nvPr/>
                    </p:nvPicPr>
                    <p:blipFill>
                      <a:blip r:embed="rId8"/>
                      <a:stretch>
                        <a:fillRect/>
                      </a:stretch>
                    </p:blipFill>
                    <p:spPr>
                      <a:xfrm>
                        <a:off x="3136900" y="5686425"/>
                        <a:ext cx="2870200" cy="461963"/>
                      </a:xfrm>
                      <a:prstGeom prst="rect">
                        <a:avLst/>
                      </a:prstGeom>
                      <a:noFill/>
                      <a:ln w="38100">
                        <a:noFill/>
                        <a:miter/>
                      </a:ln>
                    </p:spPr>
                  </p:pic>
                </p:oleObj>
              </mc:Fallback>
            </mc:AlternateContent>
          </a:graphicData>
        </a:graphic>
      </p:graphicFrame>
      <p:sp>
        <p:nvSpPr>
          <p:cNvPr id="38919"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45</a:t>
            </a:fld>
            <a:endParaRPr lang="zh-CN" alt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9"/>
          <p:cNvSpPr>
            <a:spLocks noGrp="1" noRot="1"/>
          </p:cNvSpPr>
          <p:nvPr>
            <p:ph idx="1"/>
          </p:nvPr>
        </p:nvSpPr>
        <p:spPr>
          <a:xfrm>
            <a:off x="179388" y="620713"/>
            <a:ext cx="8842375" cy="5478462"/>
          </a:xfrm>
        </p:spPr>
        <p:txBody>
          <a:bodyPr vert="horz" wrap="square" lIns="91440" tIns="45720" rIns="91440" bIns="45720" anchor="t" anchorCtr="0"/>
          <a:lstStyle/>
          <a:p>
            <a:pPr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式中：        所以：</a:t>
            </a:r>
          </a:p>
          <a:p>
            <a:pPr eaLnBrk="1" hangingPunct="1">
              <a:lnSpc>
                <a:spcPct val="13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为了得到一个稳定的因果系统，将系统的系统函数确定</a:t>
            </a:r>
          </a:p>
          <a:p>
            <a:pPr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为：</a:t>
            </a:r>
          </a:p>
          <a:p>
            <a:pPr eaLnBrk="1" hangingPunct="1">
              <a:lnSpc>
                <a:spcPct val="13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buNone/>
            </a:pPr>
            <a:endParaRPr lang="zh-CN" altLang="en-US" sz="2800" b="1" dirty="0">
              <a:solidFill>
                <a:srgbClr val="000000"/>
              </a:solidFill>
              <a:latin typeface="微软雅黑" panose="020B0503020204020204" pitchFamily="34" charset="-122"/>
              <a:ea typeface="微软雅黑" panose="020B0503020204020204" pitchFamily="34" charset="-122"/>
            </a:endParaRPr>
          </a:p>
          <a:p>
            <a:pPr eaLnBrk="1" hangingPunct="1">
              <a:lnSpc>
                <a:spcPct val="130000"/>
              </a:lnSpc>
              <a:buNone/>
            </a:pPr>
            <a:r>
              <a:rPr lang="zh-CN" altLang="en-US" sz="2800" b="1" dirty="0">
                <a:solidFill>
                  <a:srgbClr val="000000"/>
                </a:solidFill>
                <a:latin typeface="微软雅黑" panose="020B0503020204020204" pitchFamily="34" charset="-122"/>
                <a:ea typeface="微软雅黑" panose="020B0503020204020204" pitchFamily="34" charset="-122"/>
              </a:rPr>
              <a:t>求上式的逆</a:t>
            </a:r>
            <a:r>
              <a:rPr lang="en-US" altLang="zh-CN" sz="2800" b="1" dirty="0">
                <a:solidFill>
                  <a:srgbClr val="000000"/>
                </a:solidFill>
                <a:latin typeface="微软雅黑" panose="020B0503020204020204" pitchFamily="34" charset="-122"/>
                <a:ea typeface="微软雅黑" panose="020B0503020204020204" pitchFamily="34" charset="-122"/>
              </a:rPr>
              <a:t>Z</a:t>
            </a:r>
            <a:r>
              <a:rPr lang="zh-CN" altLang="en-US" sz="2800" b="1" dirty="0">
                <a:solidFill>
                  <a:srgbClr val="000000"/>
                </a:solidFill>
                <a:latin typeface="微软雅黑" panose="020B0503020204020204" pitchFamily="34" charset="-122"/>
                <a:ea typeface="微软雅黑" panose="020B0503020204020204" pitchFamily="34" charset="-122"/>
              </a:rPr>
              <a:t>变换得到系统的单位冲激响应为：</a:t>
            </a:r>
          </a:p>
        </p:txBody>
      </p:sp>
      <p:graphicFrame>
        <p:nvGraphicFramePr>
          <p:cNvPr id="39938" name="Object 7"/>
          <p:cNvGraphicFramePr>
            <a:graphicFrameLocks noChangeAspect="1"/>
          </p:cNvGraphicFramePr>
          <p:nvPr/>
        </p:nvGraphicFramePr>
        <p:xfrm>
          <a:off x="1042988" y="2562225"/>
          <a:ext cx="6769100" cy="1803400"/>
        </p:xfrm>
        <a:graphic>
          <a:graphicData uri="http://schemas.openxmlformats.org/presentationml/2006/ole">
            <mc:AlternateContent xmlns:mc="http://schemas.openxmlformats.org/markup-compatibility/2006">
              <mc:Choice xmlns:v="urn:schemas-microsoft-com:vml" Requires="v">
                <p:oleObj r:id="rId2" imgW="2857500" imgH="762000" progId="Equation.DSMT4">
                  <p:embed/>
                </p:oleObj>
              </mc:Choice>
              <mc:Fallback>
                <p:oleObj r:id="rId2" imgW="2857500" imgH="762000" progId="Equation.DSMT4">
                  <p:embed/>
                  <p:pic>
                    <p:nvPicPr>
                      <p:cNvPr id="0" name="图片 3295"/>
                      <p:cNvPicPr/>
                      <p:nvPr/>
                    </p:nvPicPr>
                    <p:blipFill>
                      <a:blip r:embed="rId3"/>
                      <a:stretch>
                        <a:fillRect/>
                      </a:stretch>
                    </p:blipFill>
                    <p:spPr>
                      <a:xfrm>
                        <a:off x="1042988" y="2562225"/>
                        <a:ext cx="6769100" cy="1803400"/>
                      </a:xfrm>
                      <a:prstGeom prst="rect">
                        <a:avLst/>
                      </a:prstGeom>
                      <a:noFill/>
                      <a:ln w="38100">
                        <a:noFill/>
                        <a:miter/>
                      </a:ln>
                    </p:spPr>
                  </p:pic>
                </p:oleObj>
              </mc:Fallback>
            </mc:AlternateContent>
          </a:graphicData>
        </a:graphic>
      </p:graphicFrame>
      <p:graphicFrame>
        <p:nvGraphicFramePr>
          <p:cNvPr id="39939" name="Object 6"/>
          <p:cNvGraphicFramePr>
            <a:graphicFrameLocks noChangeAspect="1"/>
          </p:cNvGraphicFramePr>
          <p:nvPr/>
        </p:nvGraphicFramePr>
        <p:xfrm>
          <a:off x="1403350" y="5300663"/>
          <a:ext cx="5400675" cy="877887"/>
        </p:xfrm>
        <a:graphic>
          <a:graphicData uri="http://schemas.openxmlformats.org/presentationml/2006/ole">
            <mc:AlternateContent xmlns:mc="http://schemas.openxmlformats.org/markup-compatibility/2006">
              <mc:Choice xmlns:v="urn:schemas-microsoft-com:vml" Requires="v">
                <p:oleObj r:id="rId4" imgW="2400300" imgH="393700" progId="Equation.DSMT4">
                  <p:embed/>
                </p:oleObj>
              </mc:Choice>
              <mc:Fallback>
                <p:oleObj r:id="rId4" imgW="2400300" imgH="393700" progId="Equation.DSMT4">
                  <p:embed/>
                  <p:pic>
                    <p:nvPicPr>
                      <p:cNvPr id="0" name="图片 3289"/>
                      <p:cNvPicPr/>
                      <p:nvPr/>
                    </p:nvPicPr>
                    <p:blipFill>
                      <a:blip r:embed="rId5"/>
                      <a:stretch>
                        <a:fillRect/>
                      </a:stretch>
                    </p:blipFill>
                    <p:spPr>
                      <a:xfrm>
                        <a:off x="1403350" y="5300663"/>
                        <a:ext cx="5400675" cy="877887"/>
                      </a:xfrm>
                      <a:prstGeom prst="rect">
                        <a:avLst/>
                      </a:prstGeom>
                      <a:noFill/>
                      <a:ln w="38100">
                        <a:noFill/>
                        <a:miter/>
                      </a:ln>
                    </p:spPr>
                  </p:pic>
                </p:oleObj>
              </mc:Fallback>
            </mc:AlternateContent>
          </a:graphicData>
        </a:graphic>
      </p:graphicFrame>
      <p:sp>
        <p:nvSpPr>
          <p:cNvPr id="39942" name="Rectangle 27"/>
          <p:cNvSpPr/>
          <p:nvPr/>
        </p:nvSpPr>
        <p:spPr>
          <a:xfrm>
            <a:off x="0" y="3048000"/>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graphicFrame>
        <p:nvGraphicFramePr>
          <p:cNvPr id="39940" name="Object 33"/>
          <p:cNvGraphicFramePr>
            <a:graphicFrameLocks noChangeAspect="1"/>
          </p:cNvGraphicFramePr>
          <p:nvPr/>
        </p:nvGraphicFramePr>
        <p:xfrm>
          <a:off x="1189038" y="736600"/>
          <a:ext cx="935037" cy="531813"/>
        </p:xfrm>
        <a:graphic>
          <a:graphicData uri="http://schemas.openxmlformats.org/presentationml/2006/ole">
            <mc:AlternateContent xmlns:mc="http://schemas.openxmlformats.org/markup-compatibility/2006">
              <mc:Choice xmlns:v="urn:schemas-microsoft-com:vml" Requires="v">
                <p:oleObj r:id="rId6" imgW="419100" imgH="241300" progId="Equation.DSMT4">
                  <p:embed/>
                </p:oleObj>
              </mc:Choice>
              <mc:Fallback>
                <p:oleObj r:id="rId6" imgW="419100" imgH="241300" progId="Equation.DSMT4">
                  <p:embed/>
                  <p:pic>
                    <p:nvPicPr>
                      <p:cNvPr id="0" name="图片 3302"/>
                      <p:cNvPicPr/>
                      <p:nvPr/>
                    </p:nvPicPr>
                    <p:blipFill>
                      <a:blip r:embed="rId7"/>
                      <a:stretch>
                        <a:fillRect/>
                      </a:stretch>
                    </p:blipFill>
                    <p:spPr>
                      <a:xfrm>
                        <a:off x="1189038" y="736600"/>
                        <a:ext cx="935037" cy="531813"/>
                      </a:xfrm>
                      <a:prstGeom prst="rect">
                        <a:avLst/>
                      </a:prstGeom>
                      <a:noFill/>
                      <a:ln w="38100">
                        <a:noFill/>
                        <a:miter/>
                      </a:ln>
                    </p:spPr>
                  </p:pic>
                </p:oleObj>
              </mc:Fallback>
            </mc:AlternateContent>
          </a:graphicData>
        </a:graphic>
      </p:graphicFrame>
      <p:sp>
        <p:nvSpPr>
          <p:cNvPr id="39943" name="Rectangle 42"/>
          <p:cNvSpPr/>
          <p:nvPr/>
        </p:nvSpPr>
        <p:spPr>
          <a:xfrm>
            <a:off x="0" y="3048000"/>
            <a:ext cx="9144000" cy="0"/>
          </a:xfrm>
          <a:prstGeom prst="rect">
            <a:avLst/>
          </a:prstGeom>
          <a:noFill/>
          <a:ln w="9525">
            <a:noFill/>
          </a:ln>
        </p:spPr>
        <p:txBody>
          <a:bodyPr wrap="none" anchor="ctr" anchorCtr="0">
            <a:spAutoFit/>
          </a:bodyPr>
          <a:lstStyle/>
          <a:p>
            <a:pPr eaLnBrk="1" hangingPunct="1"/>
            <a:endParaRPr lang="zh-CN" altLang="en-US" b="1" dirty="0">
              <a:latin typeface="Arial" panose="020B0604020202020204" pitchFamily="34" charset="0"/>
            </a:endParaRPr>
          </a:p>
        </p:txBody>
      </p:sp>
      <p:sp>
        <p:nvSpPr>
          <p:cNvPr id="39944"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46</a:t>
            </a:fld>
            <a:endParaRPr lang="zh-CN" altLang="en-US" sz="1400" dirty="0"/>
          </a:p>
        </p:txBody>
      </p:sp>
      <p:pic>
        <p:nvPicPr>
          <p:cNvPr id="39945" name="Picture 10"/>
          <p:cNvPicPr>
            <a:picLocks noChangeAspect="1"/>
          </p:cNvPicPr>
          <p:nvPr/>
        </p:nvPicPr>
        <p:blipFill>
          <a:blip r:embed="rId8"/>
          <a:stretch>
            <a:fillRect/>
          </a:stretch>
        </p:blipFill>
        <p:spPr>
          <a:xfrm>
            <a:off x="3348038" y="87313"/>
            <a:ext cx="5111750" cy="1973262"/>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47</a:t>
            </a:fld>
            <a:endParaRPr lang="zh-CN" altLang="en-US" sz="1400" dirty="0"/>
          </a:p>
        </p:txBody>
      </p:sp>
      <p:sp>
        <p:nvSpPr>
          <p:cNvPr id="40973" name="Rectangle 39"/>
          <p:cNvSpPr/>
          <p:nvPr/>
        </p:nvSpPr>
        <p:spPr>
          <a:xfrm>
            <a:off x="121669" y="394007"/>
            <a:ext cx="2159566" cy="461665"/>
          </a:xfrm>
          <a:prstGeom prst="rect">
            <a:avLst/>
          </a:prstGeom>
          <a:noFill/>
          <a:ln w="9525">
            <a:noFill/>
          </a:ln>
        </p:spPr>
        <p:txBody>
          <a:bodyPr wrap="none" anchor="ctr" anchorCtr="0">
            <a:spAutoFit/>
          </a:bodyPr>
          <a:lstStyle/>
          <a:p>
            <a:pPr>
              <a:buNone/>
            </a:pPr>
            <a:r>
              <a:rPr lang="zh-CN" altLang="en-US" sz="2400" b="1" dirty="0">
                <a:solidFill>
                  <a:srgbClr val="000000"/>
                </a:solidFill>
                <a:latin typeface="微软雅黑" panose="020B0503020204020204" pitchFamily="34" charset="-122"/>
                <a:ea typeface="微软雅黑" panose="020B0503020204020204" pitchFamily="34" charset="-122"/>
              </a:rPr>
              <a:t>例</a:t>
            </a:r>
            <a:r>
              <a:rPr lang="en-US" altLang="zh-CN" sz="2400" b="1" dirty="0">
                <a:solidFill>
                  <a:srgbClr val="000000"/>
                </a:solidFill>
                <a:latin typeface="微软雅黑" panose="020B0503020204020204" pitchFamily="34" charset="-122"/>
                <a:ea typeface="微软雅黑" panose="020B0503020204020204" pitchFamily="34" charset="-122"/>
              </a:rPr>
              <a:t>5.7.3</a:t>
            </a:r>
            <a:r>
              <a:rPr lang="zh-CN" altLang="en-US" sz="2400" b="1" dirty="0">
                <a:solidFill>
                  <a:srgbClr val="000000"/>
                </a:solidFill>
                <a:latin typeface="微软雅黑" panose="020B0503020204020204" pitchFamily="34" charset="-122"/>
                <a:ea typeface="微软雅黑" panose="020B0503020204020204" pitchFamily="34" charset="-122"/>
              </a:rPr>
              <a:t>设方差</a:t>
            </a:r>
          </a:p>
        </p:txBody>
      </p:sp>
      <p:sp>
        <p:nvSpPr>
          <p:cNvPr id="40974" name="Rectangle 40"/>
          <p:cNvSpPr/>
          <p:nvPr/>
        </p:nvSpPr>
        <p:spPr>
          <a:xfrm>
            <a:off x="2484438" y="404813"/>
            <a:ext cx="2954337" cy="461962"/>
          </a:xfrm>
          <a:prstGeom prst="rect">
            <a:avLst/>
          </a:prstGeom>
          <a:noFill/>
          <a:ln w="9525">
            <a:noFill/>
          </a:ln>
        </p:spPr>
        <p:txBody>
          <a:bodyPr wrap="none" anchor="ctr" anchorCtr="0">
            <a:spAutoFit/>
          </a:bodyPr>
          <a:lstStyle/>
          <a:p>
            <a:pPr>
              <a:buNone/>
            </a:pPr>
            <a:r>
              <a:rPr lang="zh-CN" altLang="en-US" sz="2400" b="1" dirty="0">
                <a:solidFill>
                  <a:srgbClr val="000000"/>
                </a:solidFill>
                <a:latin typeface="微软雅黑" panose="020B0503020204020204" pitchFamily="34" charset="-122"/>
                <a:ea typeface="微软雅黑" panose="020B0503020204020204" pitchFamily="34" charset="-122"/>
              </a:rPr>
              <a:t>的零均值白噪声序列</a:t>
            </a:r>
          </a:p>
        </p:txBody>
      </p:sp>
      <p:sp>
        <p:nvSpPr>
          <p:cNvPr id="40975" name="Rectangle 41"/>
          <p:cNvSpPr/>
          <p:nvPr/>
        </p:nvSpPr>
        <p:spPr>
          <a:xfrm>
            <a:off x="5867400" y="476250"/>
            <a:ext cx="3354388" cy="461963"/>
          </a:xfrm>
          <a:prstGeom prst="rect">
            <a:avLst/>
          </a:prstGeom>
          <a:noFill/>
          <a:ln w="9525">
            <a:noFill/>
          </a:ln>
        </p:spPr>
        <p:txBody>
          <a:bodyPr wrap="none" anchor="ctr" anchorCtr="0">
            <a:spAutoFit/>
          </a:bodyPr>
          <a:lstStyle/>
          <a:p>
            <a:pPr>
              <a:buNone/>
            </a:pPr>
            <a:r>
              <a:rPr lang="zh-CN" altLang="en-US" sz="2400" b="1" dirty="0">
                <a:solidFill>
                  <a:srgbClr val="000000"/>
                </a:solidFill>
                <a:latin typeface="微软雅黑" panose="020B0503020204020204" pitchFamily="34" charset="-122"/>
                <a:ea typeface="微软雅黑" panose="020B0503020204020204" pitchFamily="34" charset="-122"/>
              </a:rPr>
              <a:t>，经过单位取样响应为 </a:t>
            </a:r>
          </a:p>
        </p:txBody>
      </p:sp>
      <p:graphicFrame>
        <p:nvGraphicFramePr>
          <p:cNvPr id="40964" name="Object 46"/>
          <p:cNvGraphicFramePr/>
          <p:nvPr/>
        </p:nvGraphicFramePr>
        <p:xfrm>
          <a:off x="611188" y="1125538"/>
          <a:ext cx="2911475" cy="431800"/>
        </p:xfrm>
        <a:graphic>
          <a:graphicData uri="http://schemas.openxmlformats.org/presentationml/2006/ole">
            <mc:AlternateContent xmlns:mc="http://schemas.openxmlformats.org/markup-compatibility/2006">
              <mc:Choice xmlns:v="urn:schemas-microsoft-com:vml" Requires="v">
                <p:oleObj r:id="rId3" imgW="1473200" imgH="215900" progId="Equation.DSMT4">
                  <p:embed/>
                </p:oleObj>
              </mc:Choice>
              <mc:Fallback>
                <p:oleObj r:id="rId3" imgW="1473200" imgH="215900" progId="Equation.DSMT4">
                  <p:embed/>
                  <p:pic>
                    <p:nvPicPr>
                      <p:cNvPr id="0" name="图片 3304"/>
                      <p:cNvPicPr/>
                      <p:nvPr/>
                    </p:nvPicPr>
                    <p:blipFill>
                      <a:blip r:embed="rId4"/>
                      <a:stretch>
                        <a:fillRect/>
                      </a:stretch>
                    </p:blipFill>
                    <p:spPr>
                      <a:xfrm>
                        <a:off x="611188" y="1125538"/>
                        <a:ext cx="2911475" cy="431800"/>
                      </a:xfrm>
                      <a:prstGeom prst="rect">
                        <a:avLst/>
                      </a:prstGeom>
                      <a:noFill/>
                      <a:ln w="38100">
                        <a:noFill/>
                        <a:miter/>
                      </a:ln>
                    </p:spPr>
                  </p:pic>
                </p:oleObj>
              </mc:Fallback>
            </mc:AlternateContent>
          </a:graphicData>
        </a:graphic>
      </p:graphicFrame>
      <p:graphicFrame>
        <p:nvGraphicFramePr>
          <p:cNvPr id="40965" name="Object 45"/>
          <p:cNvGraphicFramePr/>
          <p:nvPr/>
        </p:nvGraphicFramePr>
        <p:xfrm>
          <a:off x="7885113" y="1125538"/>
          <a:ext cx="746125" cy="474662"/>
        </p:xfrm>
        <a:graphic>
          <a:graphicData uri="http://schemas.openxmlformats.org/presentationml/2006/ole">
            <mc:AlternateContent xmlns:mc="http://schemas.openxmlformats.org/markup-compatibility/2006">
              <mc:Choice xmlns:v="urn:schemas-microsoft-com:vml" Requires="v">
                <p:oleObj r:id="rId5" imgW="317500" imgH="203200" progId="Equation.DSMT4">
                  <p:embed/>
                </p:oleObj>
              </mc:Choice>
              <mc:Fallback>
                <p:oleObj r:id="rId5" imgW="317500" imgH="203200" progId="Equation.DSMT4">
                  <p:embed/>
                  <p:pic>
                    <p:nvPicPr>
                      <p:cNvPr id="0" name="图片 3300"/>
                      <p:cNvPicPr/>
                      <p:nvPr/>
                    </p:nvPicPr>
                    <p:blipFill>
                      <a:blip r:embed="rId6"/>
                      <a:stretch>
                        <a:fillRect/>
                      </a:stretch>
                    </p:blipFill>
                    <p:spPr>
                      <a:xfrm>
                        <a:off x="7885113" y="1125538"/>
                        <a:ext cx="746125" cy="474662"/>
                      </a:xfrm>
                      <a:prstGeom prst="rect">
                        <a:avLst/>
                      </a:prstGeom>
                      <a:noFill/>
                      <a:ln w="38100">
                        <a:noFill/>
                        <a:miter/>
                      </a:ln>
                    </p:spPr>
                  </p:pic>
                </p:oleObj>
              </mc:Fallback>
            </mc:AlternateContent>
          </a:graphicData>
        </a:graphic>
      </p:graphicFrame>
      <p:sp>
        <p:nvSpPr>
          <p:cNvPr id="40976" name="Rectangle 47"/>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40977" name="Rectangle 48"/>
          <p:cNvSpPr/>
          <p:nvPr/>
        </p:nvSpPr>
        <p:spPr>
          <a:xfrm>
            <a:off x="3564255" y="1125855"/>
            <a:ext cx="5601970" cy="460375"/>
          </a:xfrm>
          <a:prstGeom prst="rect">
            <a:avLst/>
          </a:prstGeom>
          <a:noFill/>
          <a:ln w="9525">
            <a:noFill/>
          </a:ln>
        </p:spPr>
        <p:txBody>
          <a:bodyPr wrap="square" anchor="ctr" anchorCtr="0">
            <a:spAutoFit/>
          </a:bodyPr>
          <a:lstStyle/>
          <a:p>
            <a:pPr>
              <a:buNone/>
            </a:pPr>
            <a:r>
              <a:rPr lang="zh-CN" altLang="en-US" sz="2400" b="1" dirty="0">
                <a:solidFill>
                  <a:srgbClr val="000000"/>
                </a:solidFill>
                <a:latin typeface="微软雅黑" panose="020B0503020204020204" pitchFamily="34" charset="-122"/>
                <a:ea typeface="微软雅黑" panose="020B0503020204020204" pitchFamily="34" charset="-122"/>
              </a:rPr>
              <a:t>的数字滤波器，输出随机序列为</a:t>
            </a:r>
            <a:r>
              <a:rPr lang="en-US" altLang="zh-CN" sz="2400" b="1" dirty="0">
                <a:solidFill>
                  <a:srgbClr val="000000"/>
                </a:solidFill>
                <a:latin typeface="微软雅黑" panose="020B0503020204020204" pitchFamily="34" charset="-122"/>
                <a:ea typeface="微软雅黑" panose="020B0503020204020204" pitchFamily="34" charset="-122"/>
              </a:rPr>
              <a:t>          .</a:t>
            </a:r>
          </a:p>
        </p:txBody>
      </p:sp>
      <p:sp>
        <p:nvSpPr>
          <p:cNvPr id="40978" name="Rectangle 49"/>
          <p:cNvSpPr/>
          <p:nvPr/>
        </p:nvSpPr>
        <p:spPr>
          <a:xfrm>
            <a:off x="611188" y="1701007"/>
            <a:ext cx="792480" cy="460375"/>
          </a:xfrm>
          <a:prstGeom prst="rect">
            <a:avLst/>
          </a:prstGeom>
          <a:noFill/>
          <a:ln w="9525">
            <a:noFill/>
          </a:ln>
        </p:spPr>
        <p:txBody>
          <a:bodyPr wrap="none" anchor="ctr" anchorCtr="0">
            <a:spAutoFit/>
          </a:bodyPr>
          <a:lstStyle/>
          <a:p>
            <a:pPr>
              <a:buNone/>
            </a:pPr>
            <a:r>
              <a:rPr lang="zh-CN" altLang="en-US" sz="2400" b="1" dirty="0">
                <a:solidFill>
                  <a:srgbClr val="000000"/>
                </a:solidFill>
                <a:latin typeface="微软雅黑" panose="020B0503020204020204" pitchFamily="34" charset="-122"/>
                <a:ea typeface="微软雅黑" panose="020B0503020204020204" pitchFamily="34" charset="-122"/>
              </a:rPr>
              <a:t>求：</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sp>
        <p:nvSpPr>
          <p:cNvPr id="40979" name="Rectangle 50"/>
          <p:cNvSpPr/>
          <p:nvPr/>
        </p:nvSpPr>
        <p:spPr>
          <a:xfrm>
            <a:off x="1331595" y="1753870"/>
            <a:ext cx="2807970" cy="460375"/>
          </a:xfrm>
          <a:prstGeom prst="rect">
            <a:avLst/>
          </a:prstGeom>
          <a:noFill/>
          <a:ln w="9525">
            <a:noFill/>
          </a:ln>
        </p:spPr>
        <p:txBody>
          <a:bodyPr wrap="square" anchor="ctr" anchorCtr="0">
            <a:spAutoFit/>
          </a:bodyPr>
          <a:lstStyle/>
          <a:p>
            <a:pPr marL="457200" indent="-457200">
              <a:buFont typeface="+mj-ea"/>
              <a:buAutoNum type="circleNumDbPlain"/>
            </a:pPr>
            <a:r>
              <a:rPr lang="en-US" altLang="zh-CN" sz="2400" b="1" dirty="0">
                <a:solidFill>
                  <a:srgbClr val="000000"/>
                </a:solidFill>
                <a:latin typeface="微软雅黑" panose="020B0503020204020204" pitchFamily="34" charset="-122"/>
                <a:ea typeface="微软雅黑" panose="020B0503020204020204" pitchFamily="34" charset="-122"/>
              </a:rPr>
              <a:t> y(n) </a:t>
            </a:r>
            <a:r>
              <a:rPr lang="zh-CN" altLang="en-US" sz="2400" b="1" dirty="0">
                <a:solidFill>
                  <a:srgbClr val="000000"/>
                </a:solidFill>
                <a:latin typeface="微软雅黑" panose="020B0503020204020204" pitchFamily="34" charset="-122"/>
                <a:ea typeface="微软雅黑" panose="020B0503020204020204" pitchFamily="34" charset="-122"/>
              </a:rPr>
              <a:t>功率谱</a:t>
            </a:r>
          </a:p>
        </p:txBody>
      </p:sp>
      <p:sp>
        <p:nvSpPr>
          <p:cNvPr id="40980" name="Rectangle 51"/>
          <p:cNvSpPr/>
          <p:nvPr/>
        </p:nvSpPr>
        <p:spPr>
          <a:xfrm>
            <a:off x="1331595" y="2242185"/>
            <a:ext cx="3830320" cy="460375"/>
          </a:xfrm>
          <a:prstGeom prst="rect">
            <a:avLst/>
          </a:prstGeom>
          <a:noFill/>
          <a:ln w="9525">
            <a:noFill/>
          </a:ln>
        </p:spPr>
        <p:txBody>
          <a:bodyPr wrap="square" anchor="ctr" anchorCtr="0">
            <a:spAutoFit/>
          </a:bodyPr>
          <a:lstStyle/>
          <a:p>
            <a:pPr marL="457200" indent="-457200">
              <a:buFont typeface="+mj-ea"/>
              <a:buAutoNum type="circleNumDbPlain" startAt="2"/>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自相关序列</a:t>
            </a: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 </a:t>
            </a:r>
            <a:r>
              <a:rPr lang="en-US" altLang="zh-CN" sz="2400" b="1" dirty="0">
                <a:solidFill>
                  <a:srgbClr val="000000"/>
                </a:solidFill>
                <a:latin typeface="微软雅黑" panose="020B0503020204020204" pitchFamily="34" charset="-122"/>
                <a:ea typeface="微软雅黑" panose="020B0503020204020204" pitchFamily="34" charset="-122"/>
              </a:rPr>
              <a:t>           </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0981" name="Rectangle 52"/>
          <p:cNvSpPr/>
          <p:nvPr/>
        </p:nvSpPr>
        <p:spPr>
          <a:xfrm>
            <a:off x="4634865" y="1753870"/>
            <a:ext cx="951230" cy="460375"/>
          </a:xfrm>
          <a:prstGeom prst="rect">
            <a:avLst/>
          </a:prstGeom>
          <a:noFill/>
          <a:ln w="9525">
            <a:noFill/>
          </a:ln>
        </p:spPr>
        <p:txBody>
          <a:bodyPr wrap="square" anchor="ctr" anchorCtr="0">
            <a:spAutoFit/>
          </a:bodyPr>
          <a:lstStyle/>
          <a:p>
            <a:pPr>
              <a:buNone/>
            </a:pPr>
            <a:r>
              <a:rPr lang="en-US" altLang="zh-CN" sz="2400" b="1" dirty="0">
                <a:solidFill>
                  <a:srgbClr val="000000"/>
                </a:solidFill>
                <a:latin typeface="微软雅黑" panose="020B0503020204020204" pitchFamily="34" charset="-122"/>
                <a:ea typeface="微软雅黑" panose="020B0503020204020204" pitchFamily="34" charset="-122"/>
              </a:rPr>
              <a:t>  </a:t>
            </a:r>
            <a:r>
              <a:rPr lang="zh-CN" altLang="en-US" sz="2400" b="1" dirty="0">
                <a:solidFill>
                  <a:srgbClr val="000000"/>
                </a:solidFill>
                <a:latin typeface="微软雅黑" panose="020B0503020204020204" pitchFamily="34" charset="-122"/>
                <a:ea typeface="微软雅黑" panose="020B0503020204020204" pitchFamily="34" charset="-122"/>
              </a:rPr>
              <a:t>；</a:t>
            </a:r>
            <a:endParaRPr lang="en-US" altLang="zh-CN" sz="2400" b="1" dirty="0">
              <a:solidFill>
                <a:srgbClr val="000000"/>
              </a:solidFill>
              <a:latin typeface="微软雅黑" panose="020B0503020204020204" pitchFamily="34" charset="-122"/>
              <a:ea typeface="微软雅黑" panose="020B0503020204020204" pitchFamily="34" charset="-122"/>
            </a:endParaRPr>
          </a:p>
        </p:txBody>
      </p:sp>
      <p:graphicFrame>
        <p:nvGraphicFramePr>
          <p:cNvPr id="40969" name="Object 55"/>
          <p:cNvGraphicFramePr/>
          <p:nvPr/>
        </p:nvGraphicFramePr>
        <p:xfrm>
          <a:off x="561975" y="4077018"/>
          <a:ext cx="8280400" cy="576262"/>
        </p:xfrm>
        <a:graphic>
          <a:graphicData uri="http://schemas.openxmlformats.org/presentationml/2006/ole">
            <mc:AlternateContent xmlns:mc="http://schemas.openxmlformats.org/markup-compatibility/2006">
              <mc:Choice xmlns:v="urn:schemas-microsoft-com:vml" Requires="v">
                <p:oleObj r:id="rId7" imgW="4381500" imgH="304800" progId="Equation.DSMT4">
                  <p:embed/>
                </p:oleObj>
              </mc:Choice>
              <mc:Fallback>
                <p:oleObj r:id="rId7" imgW="4381500" imgH="304800" progId="Equation.DSMT4">
                  <p:embed/>
                  <p:pic>
                    <p:nvPicPr>
                      <p:cNvPr id="0" name="图片 3312"/>
                      <p:cNvPicPr/>
                      <p:nvPr/>
                    </p:nvPicPr>
                    <p:blipFill>
                      <a:blip r:embed="rId8"/>
                      <a:stretch>
                        <a:fillRect/>
                      </a:stretch>
                    </p:blipFill>
                    <p:spPr>
                      <a:xfrm>
                        <a:off x="561975" y="4077018"/>
                        <a:ext cx="8280400" cy="576262"/>
                      </a:xfrm>
                      <a:prstGeom prst="rect">
                        <a:avLst/>
                      </a:prstGeom>
                      <a:noFill/>
                      <a:ln w="38100">
                        <a:noFill/>
                        <a:miter/>
                      </a:ln>
                    </p:spPr>
                  </p:pic>
                </p:oleObj>
              </mc:Fallback>
            </mc:AlternateContent>
          </a:graphicData>
        </a:graphic>
      </p:graphicFrame>
      <p:graphicFrame>
        <p:nvGraphicFramePr>
          <p:cNvPr id="40970" name="Object 54"/>
          <p:cNvGraphicFramePr/>
          <p:nvPr/>
        </p:nvGraphicFramePr>
        <p:xfrm>
          <a:off x="612140" y="4797108"/>
          <a:ext cx="6421438" cy="576262"/>
        </p:xfrm>
        <a:graphic>
          <a:graphicData uri="http://schemas.openxmlformats.org/presentationml/2006/ole">
            <mc:AlternateContent xmlns:mc="http://schemas.openxmlformats.org/markup-compatibility/2006">
              <mc:Choice xmlns:v="urn:schemas-microsoft-com:vml" Requires="v">
                <p:oleObj r:id="rId9" imgW="2870200" imgH="254000" progId="Equation.DSMT4">
                  <p:embed/>
                </p:oleObj>
              </mc:Choice>
              <mc:Fallback>
                <p:oleObj r:id="rId9" imgW="2870200" imgH="254000" progId="Equation.DSMT4">
                  <p:embed/>
                  <p:pic>
                    <p:nvPicPr>
                      <p:cNvPr id="0" name="图片 3315"/>
                      <p:cNvPicPr/>
                      <p:nvPr/>
                    </p:nvPicPr>
                    <p:blipFill>
                      <a:blip r:embed="rId10"/>
                      <a:stretch>
                        <a:fillRect/>
                      </a:stretch>
                    </p:blipFill>
                    <p:spPr>
                      <a:xfrm>
                        <a:off x="612140" y="4797108"/>
                        <a:ext cx="6421438" cy="576262"/>
                      </a:xfrm>
                      <a:prstGeom prst="rect">
                        <a:avLst/>
                      </a:prstGeom>
                      <a:noFill/>
                      <a:ln w="38100">
                        <a:noFill/>
                        <a:miter/>
                      </a:ln>
                    </p:spPr>
                  </p:pic>
                </p:oleObj>
              </mc:Fallback>
            </mc:AlternateContent>
          </a:graphicData>
        </a:graphic>
      </p:graphicFrame>
      <p:graphicFrame>
        <p:nvGraphicFramePr>
          <p:cNvPr id="40971" name="Object 53"/>
          <p:cNvGraphicFramePr/>
          <p:nvPr/>
        </p:nvGraphicFramePr>
        <p:xfrm>
          <a:off x="1547813" y="3429000"/>
          <a:ext cx="2038350" cy="504825"/>
        </p:xfrm>
        <a:graphic>
          <a:graphicData uri="http://schemas.openxmlformats.org/presentationml/2006/ole">
            <mc:AlternateContent xmlns:mc="http://schemas.openxmlformats.org/markup-compatibility/2006">
              <mc:Choice xmlns:v="urn:schemas-microsoft-com:vml" Requires="v">
                <p:oleObj r:id="rId11" imgW="927100" imgH="228600" progId="Equation.DSMT4">
                  <p:embed/>
                </p:oleObj>
              </mc:Choice>
              <mc:Fallback>
                <p:oleObj r:id="rId11" imgW="927100" imgH="228600" progId="Equation.DSMT4">
                  <p:embed/>
                  <p:pic>
                    <p:nvPicPr>
                      <p:cNvPr id="0" name="图片 3306"/>
                      <p:cNvPicPr/>
                      <p:nvPr/>
                    </p:nvPicPr>
                    <p:blipFill>
                      <a:blip r:embed="rId12"/>
                      <a:stretch>
                        <a:fillRect/>
                      </a:stretch>
                    </p:blipFill>
                    <p:spPr>
                      <a:xfrm>
                        <a:off x="1547813" y="3429000"/>
                        <a:ext cx="2038350" cy="504825"/>
                      </a:xfrm>
                      <a:prstGeom prst="rect">
                        <a:avLst/>
                      </a:prstGeom>
                      <a:noFill/>
                      <a:ln w="38100">
                        <a:noFill/>
                        <a:miter/>
                      </a:ln>
                    </p:spPr>
                  </p:pic>
                </p:oleObj>
              </mc:Fallback>
            </mc:AlternateContent>
          </a:graphicData>
        </a:graphic>
      </p:graphicFrame>
      <p:sp>
        <p:nvSpPr>
          <p:cNvPr id="40982" name="Rectangle 56"/>
          <p:cNvSpPr/>
          <p:nvPr/>
        </p:nvSpPr>
        <p:spPr>
          <a:xfrm>
            <a:off x="0" y="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40983" name="Rectangle 57"/>
          <p:cNvSpPr/>
          <p:nvPr/>
        </p:nvSpPr>
        <p:spPr>
          <a:xfrm>
            <a:off x="0" y="762000"/>
            <a:ext cx="9144000" cy="4572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2" name="文本框 1"/>
          <p:cNvSpPr txBox="1"/>
          <p:nvPr/>
        </p:nvSpPr>
        <p:spPr>
          <a:xfrm>
            <a:off x="1331595" y="2792730"/>
            <a:ext cx="4674870" cy="460375"/>
          </a:xfrm>
          <a:prstGeom prst="rect">
            <a:avLst/>
          </a:prstGeom>
          <a:noFill/>
        </p:spPr>
        <p:txBody>
          <a:bodyPr wrap="square" rtlCol="0">
            <a:spAutoFit/>
          </a:bodyPr>
          <a:lstStyle/>
          <a:p>
            <a:pPr marL="457200" indent="-457200">
              <a:buFont typeface="+mj-ea"/>
              <a:buAutoNum type="circleNumDbPlain" startAt="3"/>
            </a:pP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y(n)</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方差</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p>
        </p:txBody>
      </p:sp>
      <mc:AlternateContent xmlns:mc="http://schemas.openxmlformats.org/markup-compatibility/2006" xmlns:a14="http://schemas.microsoft.com/office/drawing/2010/main">
        <mc:Choice Requires="a14">
          <p:sp>
            <p:nvSpPr>
              <p:cNvPr id="3" name="文本框 2"/>
              <p:cNvSpPr txBox="1"/>
              <p:nvPr/>
            </p:nvSpPr>
            <p:spPr>
              <a:xfrm>
                <a:off x="3203511" y="2749169"/>
                <a:ext cx="735330" cy="49149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sz="2400" i="1">
                              <a:solidFill>
                                <a:srgbClr val="000000"/>
                              </a:solidFill>
                              <a:latin typeface="Cambria Math" panose="02040503050406030204" pitchFamily="18" charset="0"/>
                              <a:cs typeface="Cambria Math" panose="02040503050406030204" pitchFamily="18" charset="0"/>
                            </a:rPr>
                          </m:ctrlPr>
                        </m:sSubSupPr>
                        <m:e>
                          <m:r>
                            <a:rPr lang="en-US" altLang="zh-CN" sz="2400" i="1">
                              <a:solidFill>
                                <a:srgbClr val="000000"/>
                              </a:solidFill>
                              <a:latin typeface="Cambria Math" panose="02040503050406030204" pitchFamily="18" charset="0"/>
                              <a:cs typeface="Cambria Math" panose="02040503050406030204" pitchFamily="18" charset="0"/>
                            </a:rPr>
                            <m:t>𝜎</m:t>
                          </m:r>
                        </m:e>
                        <m:sub>
                          <m:r>
                            <a:rPr lang="en-US" altLang="zh-CN" sz="2400" i="1">
                              <a:solidFill>
                                <a:srgbClr val="000000"/>
                              </a:solidFill>
                              <a:latin typeface="Cambria Math" panose="02040503050406030204" pitchFamily="18" charset="0"/>
                              <a:cs typeface="Cambria Math" panose="02040503050406030204" pitchFamily="18" charset="0"/>
                            </a:rPr>
                            <m:t>𝑦</m:t>
                          </m:r>
                        </m:sub>
                        <m:sup>
                          <m:r>
                            <a:rPr lang="en-US" altLang="zh-CN" sz="2400" i="1">
                              <a:solidFill>
                                <a:srgbClr val="000000"/>
                              </a:solidFill>
                              <a:latin typeface="Cambria Math" panose="02040503050406030204" pitchFamily="18" charset="0"/>
                              <a:cs typeface="Cambria Math" panose="02040503050406030204" pitchFamily="18" charset="0"/>
                            </a:rPr>
                            <m:t>2</m:t>
                          </m:r>
                        </m:sup>
                      </m:sSubSup>
                    </m:oMath>
                  </m:oMathPara>
                </a14:m>
                <a:endParaRPr lang="en-US" altLang="zh-CN" sz="2400" i="1">
                  <a:solidFill>
                    <a:srgbClr val="000000"/>
                  </a:solidFill>
                  <a:latin typeface="Cambria Math" panose="02040503050406030204" pitchFamily="18" charset="0"/>
                  <a:ea typeface="MS Mincho" charset="0"/>
                  <a:cs typeface="Cambria Math" panose="020405030504060302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203511" y="2749169"/>
                <a:ext cx="735330" cy="491490"/>
              </a:xfrm>
              <a:prstGeom prst="rect">
                <a:avLst/>
              </a:prstGeom>
              <a:blipFill rotWithShape="1">
                <a:blip r:embed="rId14"/>
                <a:stretch>
                  <a:fillRect l="-78" t="-52" r="78" b="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561911" y="5589524"/>
                <a:ext cx="7760970" cy="50546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sz="2400" i="1">
                              <a:solidFill>
                                <a:srgbClr val="000000"/>
                              </a:solidFill>
                              <a:latin typeface="Cambria Math" panose="02040503050406030204" pitchFamily="18" charset="0"/>
                              <a:cs typeface="Cambria Math" panose="02040503050406030204" pitchFamily="18" charset="0"/>
                            </a:rPr>
                          </m:ctrlPr>
                        </m:sSubSupPr>
                        <m:e>
                          <m:r>
                            <a:rPr lang="en-US" altLang="zh-CN" sz="2400" i="1">
                              <a:solidFill>
                                <a:srgbClr val="000000"/>
                              </a:solidFill>
                              <a:latin typeface="Cambria Math" panose="02040503050406030204" pitchFamily="18" charset="0"/>
                              <a:cs typeface="Cambria Math" panose="02040503050406030204" pitchFamily="18" charset="0"/>
                            </a:rPr>
                            <m:t>𝜎</m:t>
                          </m:r>
                        </m:e>
                        <m:sub>
                          <m:r>
                            <a:rPr lang="en-US" altLang="zh-CN" sz="2400" i="1">
                              <a:solidFill>
                                <a:srgbClr val="000000"/>
                              </a:solidFill>
                              <a:latin typeface="Cambria Math" panose="02040503050406030204" pitchFamily="18" charset="0"/>
                              <a:cs typeface="Cambria Math" panose="02040503050406030204" pitchFamily="18" charset="0"/>
                            </a:rPr>
                            <m:t>𝑦</m:t>
                          </m:r>
                        </m:sub>
                        <m:sup>
                          <m:r>
                            <a:rPr lang="en-US" altLang="zh-CN" sz="2400" i="1">
                              <a:solidFill>
                                <a:srgbClr val="000000"/>
                              </a:solidFill>
                              <a:latin typeface="Cambria Math" panose="02040503050406030204" pitchFamily="18" charset="0"/>
                              <a:cs typeface="Cambria Math" panose="02040503050406030204" pitchFamily="18" charset="0"/>
                            </a:rPr>
                            <m:t>2</m:t>
                          </m:r>
                        </m:sup>
                      </m:sSubSup>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𝐸</m:t>
                      </m:r>
                      <m:r>
                        <a:rPr lang="en-US" altLang="zh-CN" sz="2400" i="1">
                          <a:solidFill>
                            <a:srgbClr val="000000"/>
                          </a:solidFill>
                          <a:latin typeface="Cambria Math" panose="02040503050406030204" pitchFamily="18" charset="0"/>
                          <a:cs typeface="Cambria Math" panose="02040503050406030204" pitchFamily="18" charset="0"/>
                        </a:rPr>
                        <m:t>(</m:t>
                      </m:r>
                      <m:sSup>
                        <m:sSupPr>
                          <m:ctrlPr>
                            <a:rPr lang="en-US" altLang="zh-CN" sz="2400" i="1">
                              <a:solidFill>
                                <a:srgbClr val="000000"/>
                              </a:solidFill>
                              <a:latin typeface="Cambria Math" panose="02040503050406030204" pitchFamily="18" charset="0"/>
                              <a:cs typeface="Cambria Math" panose="02040503050406030204" pitchFamily="18" charset="0"/>
                            </a:rPr>
                          </m:ctrlPr>
                        </m:sSupPr>
                        <m:e>
                          <m:r>
                            <a:rPr lang="en-US" altLang="zh-CN" sz="2400" i="1">
                              <a:solidFill>
                                <a:srgbClr val="000000"/>
                              </a:solidFill>
                              <a:latin typeface="Cambria Math" panose="02040503050406030204" pitchFamily="18" charset="0"/>
                              <a:cs typeface="Cambria Math" panose="02040503050406030204" pitchFamily="18" charset="0"/>
                            </a:rPr>
                            <m:t>𝑦</m:t>
                          </m:r>
                        </m:e>
                        <m:sup>
                          <m:r>
                            <a:rPr lang="en-US" altLang="zh-CN" sz="2400" i="1">
                              <a:solidFill>
                                <a:srgbClr val="000000"/>
                              </a:solidFill>
                              <a:latin typeface="Cambria Math" panose="02040503050406030204" pitchFamily="18" charset="0"/>
                              <a:cs typeface="Cambria Math" panose="02040503050406030204" pitchFamily="18" charset="0"/>
                            </a:rPr>
                            <m:t>2</m:t>
                          </m:r>
                        </m:sup>
                      </m:sSup>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𝑛</m:t>
                      </m:r>
                      <m:r>
                        <a:rPr lang="en-US" altLang="zh-CN" sz="2400" i="1">
                          <a:solidFill>
                            <a:srgbClr val="000000"/>
                          </a:solidFill>
                          <a:latin typeface="Cambria Math" panose="02040503050406030204" pitchFamily="18" charset="0"/>
                          <a:cs typeface="Cambria Math" panose="02040503050406030204" pitchFamily="18" charset="0"/>
                        </a:rPr>
                        <m:t>))−</m:t>
                      </m:r>
                      <m:sSubSup>
                        <m:sSubSupPr>
                          <m:ctrlPr>
                            <a:rPr lang="en-US" altLang="zh-CN" sz="2400" i="1">
                              <a:solidFill>
                                <a:srgbClr val="000000"/>
                              </a:solidFill>
                              <a:latin typeface="Cambria Math" panose="02040503050406030204" pitchFamily="18" charset="0"/>
                              <a:cs typeface="Cambria Math" panose="02040503050406030204" pitchFamily="18" charset="0"/>
                            </a:rPr>
                          </m:ctrlPr>
                        </m:sSubSupPr>
                        <m:e>
                          <m:r>
                            <a:rPr lang="en-US" altLang="zh-CN" sz="2400" i="1">
                              <a:solidFill>
                                <a:srgbClr val="000000"/>
                              </a:solidFill>
                              <a:latin typeface="Cambria Math" panose="02040503050406030204" pitchFamily="18" charset="0"/>
                              <a:cs typeface="Cambria Math" panose="02040503050406030204" pitchFamily="18" charset="0"/>
                            </a:rPr>
                            <m:t>𝑚</m:t>
                          </m:r>
                        </m:e>
                        <m:sub>
                          <m:r>
                            <a:rPr lang="en-US" altLang="zh-CN" sz="2400" i="1">
                              <a:solidFill>
                                <a:srgbClr val="000000"/>
                              </a:solidFill>
                              <a:latin typeface="Cambria Math" panose="02040503050406030204" pitchFamily="18" charset="0"/>
                              <a:cs typeface="Cambria Math" panose="02040503050406030204" pitchFamily="18" charset="0"/>
                            </a:rPr>
                            <m:t>𝑦</m:t>
                          </m:r>
                        </m:sub>
                        <m:sup>
                          <m:r>
                            <a:rPr lang="en-US" altLang="zh-CN" sz="2400" i="1">
                              <a:solidFill>
                                <a:srgbClr val="000000"/>
                              </a:solidFill>
                              <a:latin typeface="Cambria Math" panose="02040503050406030204" pitchFamily="18" charset="0"/>
                              <a:cs typeface="Cambria Math" panose="02040503050406030204" pitchFamily="18" charset="0"/>
                            </a:rPr>
                            <m:t>2</m:t>
                          </m:r>
                        </m:sup>
                      </m:sSubSup>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𝐸</m:t>
                      </m:r>
                      <m:r>
                        <a:rPr lang="en-US" altLang="zh-CN" sz="2400" i="1">
                          <a:solidFill>
                            <a:srgbClr val="000000"/>
                          </a:solidFill>
                          <a:latin typeface="Cambria Math" panose="02040503050406030204" pitchFamily="18" charset="0"/>
                          <a:cs typeface="Cambria Math" panose="02040503050406030204" pitchFamily="18" charset="0"/>
                        </a:rPr>
                        <m:t>(</m:t>
                      </m:r>
                      <m:sSup>
                        <m:sSupPr>
                          <m:ctrlPr>
                            <a:rPr lang="en-US" altLang="zh-CN" sz="2400" i="1">
                              <a:solidFill>
                                <a:srgbClr val="000000"/>
                              </a:solidFill>
                              <a:latin typeface="Cambria Math" panose="02040503050406030204" pitchFamily="18" charset="0"/>
                              <a:cs typeface="Cambria Math" panose="02040503050406030204" pitchFamily="18" charset="0"/>
                            </a:rPr>
                          </m:ctrlPr>
                        </m:sSupPr>
                        <m:e>
                          <m:r>
                            <a:rPr lang="en-US" altLang="zh-CN" sz="2400" i="1">
                              <a:solidFill>
                                <a:srgbClr val="000000"/>
                              </a:solidFill>
                              <a:latin typeface="Cambria Math" panose="02040503050406030204" pitchFamily="18" charset="0"/>
                              <a:cs typeface="Cambria Math" panose="02040503050406030204" pitchFamily="18" charset="0"/>
                            </a:rPr>
                            <m:t>𝑦</m:t>
                          </m:r>
                        </m:e>
                        <m:sup>
                          <m:r>
                            <a:rPr lang="en-US" altLang="zh-CN" sz="2400" i="1">
                              <a:solidFill>
                                <a:srgbClr val="000000"/>
                              </a:solidFill>
                              <a:latin typeface="Cambria Math" panose="02040503050406030204" pitchFamily="18" charset="0"/>
                              <a:cs typeface="Cambria Math" panose="02040503050406030204" pitchFamily="18" charset="0"/>
                            </a:rPr>
                            <m:t>2</m:t>
                          </m:r>
                        </m:sup>
                      </m:sSup>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𝑛</m:t>
                      </m:r>
                      <m:r>
                        <a:rPr lang="en-US" altLang="zh-CN" sz="2400" i="1">
                          <a:solidFill>
                            <a:srgbClr val="000000"/>
                          </a:solidFill>
                          <a:latin typeface="Cambria Math" panose="02040503050406030204" pitchFamily="18" charset="0"/>
                          <a:cs typeface="Cambria Math" panose="02040503050406030204" pitchFamily="18" charset="0"/>
                        </a:rPr>
                        <m:t>))=</m:t>
                      </m:r>
                      <m:sSub>
                        <m:sSubPr>
                          <m:ctrlPr>
                            <a:rPr lang="en-US" altLang="zh-CN" sz="2400" i="1">
                              <a:solidFill>
                                <a:srgbClr val="000000"/>
                              </a:solidFill>
                              <a:latin typeface="Cambria Math" panose="02040503050406030204" pitchFamily="18" charset="0"/>
                              <a:cs typeface="Cambria Math" panose="02040503050406030204" pitchFamily="18" charset="0"/>
                            </a:rPr>
                          </m:ctrlPr>
                        </m:sSubPr>
                        <m:e>
                          <m:r>
                            <a:rPr lang="en-US" altLang="zh-CN" sz="2400" i="1">
                              <a:solidFill>
                                <a:srgbClr val="000000"/>
                              </a:solidFill>
                              <a:latin typeface="Cambria Math" panose="02040503050406030204" pitchFamily="18" charset="0"/>
                              <a:cs typeface="Cambria Math" panose="02040503050406030204" pitchFamily="18" charset="0"/>
                            </a:rPr>
                            <m:t>𝑅</m:t>
                          </m:r>
                        </m:e>
                        <m:sub>
                          <m:r>
                            <a:rPr lang="en-US" altLang="zh-CN" sz="2400" i="1">
                              <a:solidFill>
                                <a:srgbClr val="000000"/>
                              </a:solidFill>
                              <a:latin typeface="Cambria Math" panose="02040503050406030204" pitchFamily="18" charset="0"/>
                              <a:cs typeface="Cambria Math" panose="02040503050406030204" pitchFamily="18" charset="0"/>
                            </a:rPr>
                            <m:t>𝑦𝑦</m:t>
                          </m:r>
                        </m:sub>
                      </m:sSub>
                      <m:r>
                        <a:rPr lang="en-US" altLang="zh-CN" sz="2400" i="1">
                          <a:solidFill>
                            <a:srgbClr val="000000"/>
                          </a:solidFill>
                          <a:latin typeface="Cambria Math" panose="02040503050406030204" pitchFamily="18" charset="0"/>
                          <a:cs typeface="Cambria Math" panose="02040503050406030204" pitchFamily="18" charset="0"/>
                        </a:rPr>
                        <m:t>(0)=</m:t>
                      </m:r>
                      <m:sSubSup>
                        <m:sSubSupPr>
                          <m:ctrlPr>
                            <a:rPr lang="en-US" altLang="zh-CN" sz="2400" i="1">
                              <a:solidFill>
                                <a:srgbClr val="000000"/>
                              </a:solidFill>
                              <a:latin typeface="Cambria Math" panose="02040503050406030204" pitchFamily="18" charset="0"/>
                              <a:cs typeface="Cambria Math" panose="02040503050406030204" pitchFamily="18" charset="0"/>
                            </a:rPr>
                          </m:ctrlPr>
                        </m:sSubSupPr>
                        <m:e>
                          <m:r>
                            <a:rPr lang="en-US" altLang="zh-CN" sz="2400" i="1">
                              <a:solidFill>
                                <a:srgbClr val="000000"/>
                              </a:solidFill>
                              <a:latin typeface="Cambria Math" panose="02040503050406030204" pitchFamily="18" charset="0"/>
                              <a:cs typeface="Cambria Math" panose="02040503050406030204" pitchFamily="18" charset="0"/>
                            </a:rPr>
                            <m:t>𝜎</m:t>
                          </m:r>
                        </m:e>
                        <m:sub>
                          <m:r>
                            <a:rPr lang="en-US" altLang="zh-CN" sz="2400" i="1">
                              <a:solidFill>
                                <a:srgbClr val="000000"/>
                              </a:solidFill>
                              <a:latin typeface="Cambria Math" panose="02040503050406030204" pitchFamily="18" charset="0"/>
                              <a:cs typeface="Cambria Math" panose="02040503050406030204" pitchFamily="18" charset="0"/>
                            </a:rPr>
                            <m:t>𝑥</m:t>
                          </m:r>
                        </m:sub>
                        <m:sup>
                          <m:r>
                            <a:rPr lang="en-US" altLang="zh-CN" sz="2400" i="1">
                              <a:solidFill>
                                <a:srgbClr val="000000"/>
                              </a:solidFill>
                              <a:latin typeface="Cambria Math" panose="02040503050406030204" pitchFamily="18" charset="0"/>
                              <a:cs typeface="Cambria Math" panose="02040503050406030204" pitchFamily="18" charset="0"/>
                            </a:rPr>
                            <m:t>2</m:t>
                          </m:r>
                        </m:sup>
                      </m:sSubSup>
                      <m:r>
                        <a:rPr lang="en-US" altLang="zh-CN" sz="2400" i="1">
                          <a:solidFill>
                            <a:srgbClr val="000000"/>
                          </a:solidFill>
                          <a:latin typeface="Cambria Math" panose="02040503050406030204" pitchFamily="18" charset="0"/>
                          <a:cs typeface="Cambria Math" panose="02040503050406030204" pitchFamily="18" charset="0"/>
                        </a:rPr>
                        <m:t>(1+</m:t>
                      </m:r>
                      <m:sSup>
                        <m:sSupPr>
                          <m:ctrlPr>
                            <a:rPr lang="en-US" altLang="zh-CN" sz="2400" i="1">
                              <a:solidFill>
                                <a:srgbClr val="000000"/>
                              </a:solidFill>
                              <a:latin typeface="Cambria Math" panose="02040503050406030204" pitchFamily="18" charset="0"/>
                              <a:cs typeface="Cambria Math" panose="02040503050406030204" pitchFamily="18" charset="0"/>
                            </a:rPr>
                          </m:ctrlPr>
                        </m:sSupPr>
                        <m:e>
                          <m:r>
                            <a:rPr lang="en-US" altLang="zh-CN" sz="2400" i="1">
                              <a:solidFill>
                                <a:srgbClr val="000000"/>
                              </a:solidFill>
                              <a:latin typeface="Cambria Math" panose="02040503050406030204" pitchFamily="18" charset="0"/>
                              <a:cs typeface="Cambria Math" panose="02040503050406030204" pitchFamily="18" charset="0"/>
                            </a:rPr>
                            <m:t>𝑎</m:t>
                          </m:r>
                        </m:e>
                        <m:sup>
                          <m:r>
                            <a:rPr lang="en-US" altLang="zh-CN" sz="2400" i="1">
                              <a:solidFill>
                                <a:srgbClr val="000000"/>
                              </a:solidFill>
                              <a:latin typeface="Cambria Math" panose="02040503050406030204" pitchFamily="18" charset="0"/>
                              <a:cs typeface="Cambria Math" panose="02040503050406030204" pitchFamily="18" charset="0"/>
                            </a:rPr>
                            <m:t>2</m:t>
                          </m:r>
                        </m:sup>
                      </m:sSup>
                      <m:r>
                        <a:rPr lang="en-US" altLang="zh-CN" sz="2400" b="1" i="1">
                          <a:solidFill>
                            <a:srgbClr val="000000"/>
                          </a:solidFill>
                          <a:latin typeface="Cambria Math" panose="02040503050406030204" pitchFamily="18" charset="0"/>
                          <a:ea typeface="MS Mincho" charset="0"/>
                          <a:cs typeface="Cambria Math" panose="02040503050406030204" pitchFamily="18" charset="0"/>
                        </a:rPr>
                        <m:t>)</m:t>
                      </m:r>
                    </m:oMath>
                  </m:oMathPara>
                </a14:m>
                <a:endParaRPr lang="en-US" altLang="zh-CN" sz="2400" b="1" i="1">
                  <a:solidFill>
                    <a:srgbClr val="000000"/>
                  </a:solidFill>
                  <a:latin typeface="Cambria Math" panose="02040503050406030204" pitchFamily="18" charset="0"/>
                  <a:ea typeface="MS Mincho" charset="0"/>
                  <a:cs typeface="Cambria Math" panose="020405030504060302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61911" y="5589524"/>
                <a:ext cx="7760970" cy="505460"/>
              </a:xfrm>
              <a:prstGeom prst="rect">
                <a:avLst/>
              </a:prstGeom>
              <a:blipFill rotWithShape="1">
                <a:blip r:embed="rId15"/>
                <a:stretch>
                  <a:fillRect l="-7" t="-50" r="7" b="50"/>
                </a:stretch>
              </a:blipFill>
            </p:spPr>
            <p:txBody>
              <a:bodyPr/>
              <a:lstStyle/>
              <a:p>
                <a:r>
                  <a:rPr lang="zh-CN" altLang="en-US">
                    <a:noFill/>
                  </a:rPr>
                  <a:t> </a:t>
                </a:r>
              </a:p>
            </p:txBody>
          </p:sp>
        </mc:Fallback>
      </mc:AlternateContent>
      <p:sp>
        <p:nvSpPr>
          <p:cNvPr id="6" name="文本框 5"/>
          <p:cNvSpPr txBox="1"/>
          <p:nvPr/>
        </p:nvSpPr>
        <p:spPr>
          <a:xfrm>
            <a:off x="755650" y="3428365"/>
            <a:ext cx="1006475" cy="460375"/>
          </a:xfrm>
          <a:prstGeom prst="rect">
            <a:avLst/>
          </a:prstGeom>
          <a:noFill/>
        </p:spPr>
        <p:txBody>
          <a:bodyPr wrap="square" rtlCol="0">
            <a:spAutoFit/>
          </a:bodyPr>
          <a:lstStyle/>
          <a:p>
            <a:r>
              <a:rPr lang="zh-CN" altLang="en-US" sz="2400" b="1">
                <a:solidFill>
                  <a:srgbClr val="000000"/>
                </a:solidFill>
                <a:latin typeface="微软雅黑" panose="020B0503020204020204" pitchFamily="34" charset="-122"/>
                <a:ea typeface="微软雅黑" panose="020B0503020204020204" pitchFamily="34" charset="-122"/>
              </a:rPr>
              <a:t>解</a:t>
            </a:r>
            <a:r>
              <a:rPr lang="zh-CN" altLang="en-US"/>
              <a:t>：</a:t>
            </a:r>
          </a:p>
        </p:txBody>
      </p:sp>
      <mc:AlternateContent xmlns:mc="http://schemas.openxmlformats.org/markup-compatibility/2006" xmlns:a14="http://schemas.microsoft.com/office/drawing/2010/main">
        <mc:Choice Requires="a14">
          <p:sp>
            <p:nvSpPr>
              <p:cNvPr id="5" name="文本框 4"/>
              <p:cNvSpPr txBox="1"/>
              <p:nvPr/>
            </p:nvSpPr>
            <p:spPr>
              <a:xfrm>
                <a:off x="3592766" y="1682369"/>
                <a:ext cx="1339850" cy="50292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2400" i="1">
                              <a:solidFill>
                                <a:srgbClr val="002060"/>
                              </a:solidFill>
                              <a:latin typeface="Cambria Math" panose="02040503050406030204" pitchFamily="18" charset="0"/>
                              <a:cs typeface="Cambria Math" panose="02040503050406030204" pitchFamily="18" charset="0"/>
                            </a:rPr>
                          </m:ctrlPr>
                        </m:sSubPr>
                        <m:e>
                          <m:r>
                            <a:rPr lang="en-US" altLang="zh-CN" sz="2400" i="1">
                              <a:solidFill>
                                <a:srgbClr val="002060"/>
                              </a:solidFill>
                              <a:latin typeface="Cambria Math" panose="02040503050406030204" pitchFamily="18" charset="0"/>
                              <a:cs typeface="Cambria Math" panose="02040503050406030204" pitchFamily="18" charset="0"/>
                            </a:rPr>
                            <m:t>𝑆</m:t>
                          </m:r>
                        </m:e>
                        <m:sub>
                          <m:r>
                            <a:rPr lang="en-US" altLang="zh-CN" sz="2400" i="1">
                              <a:solidFill>
                                <a:srgbClr val="002060"/>
                              </a:solidFill>
                              <a:latin typeface="Cambria Math" panose="02040503050406030204" pitchFamily="18" charset="0"/>
                              <a:cs typeface="Cambria Math" panose="02040503050406030204" pitchFamily="18" charset="0"/>
                            </a:rPr>
                            <m:t>𝑦𝑦</m:t>
                          </m:r>
                        </m:sub>
                      </m:sSub>
                      <m:r>
                        <a:rPr lang="en-US" altLang="zh-CN" sz="2400" i="1">
                          <a:solidFill>
                            <a:srgbClr val="002060"/>
                          </a:solidFill>
                          <a:latin typeface="Cambria Math" panose="02040503050406030204" pitchFamily="18" charset="0"/>
                          <a:cs typeface="Cambria Math" panose="02040503050406030204" pitchFamily="18" charset="0"/>
                        </a:rPr>
                        <m:t>(</m:t>
                      </m:r>
                      <m:sSup>
                        <m:sSupPr>
                          <m:ctrlPr>
                            <a:rPr lang="en-US" altLang="zh-CN" sz="2400" i="1">
                              <a:solidFill>
                                <a:srgbClr val="002060"/>
                              </a:solidFill>
                              <a:latin typeface="Cambria Math" panose="02040503050406030204" pitchFamily="18" charset="0"/>
                              <a:cs typeface="Cambria Math" panose="02040503050406030204" pitchFamily="18" charset="0"/>
                            </a:rPr>
                          </m:ctrlPr>
                        </m:sSupPr>
                        <m:e>
                          <m:r>
                            <a:rPr lang="en-US" altLang="zh-CN" sz="2400" i="1">
                              <a:solidFill>
                                <a:srgbClr val="002060"/>
                              </a:solidFill>
                              <a:latin typeface="Cambria Math" panose="02040503050406030204" pitchFamily="18" charset="0"/>
                              <a:cs typeface="Cambria Math" panose="02040503050406030204" pitchFamily="18" charset="0"/>
                            </a:rPr>
                            <m:t>𝑒</m:t>
                          </m:r>
                        </m:e>
                        <m:sup>
                          <m:r>
                            <a:rPr lang="en-US" altLang="zh-CN" sz="2400" i="1">
                              <a:solidFill>
                                <a:srgbClr val="002060"/>
                              </a:solidFill>
                              <a:latin typeface="Cambria Math" panose="02040503050406030204" pitchFamily="18" charset="0"/>
                              <a:cs typeface="Cambria Math" panose="02040503050406030204" pitchFamily="18" charset="0"/>
                            </a:rPr>
                            <m:t>𝑗𝑤</m:t>
                          </m:r>
                        </m:sup>
                      </m:sSup>
                      <m:r>
                        <a:rPr lang="en-US" altLang="zh-CN" sz="2400" i="1">
                          <a:solidFill>
                            <a:srgbClr val="002060"/>
                          </a:solidFill>
                          <a:latin typeface="Cambria Math" panose="02040503050406030204" pitchFamily="18" charset="0"/>
                          <a:ea typeface="MS Mincho" charset="0"/>
                          <a:cs typeface="Cambria Math" panose="02040503050406030204" pitchFamily="18" charset="0"/>
                        </a:rPr>
                        <m:t>)</m:t>
                      </m:r>
                    </m:oMath>
                  </m:oMathPara>
                </a14:m>
                <a:endParaRPr lang="en-US" altLang="zh-CN" sz="2400" i="1">
                  <a:solidFill>
                    <a:srgbClr val="002060"/>
                  </a:solidFill>
                  <a:latin typeface="Cambria Math" panose="02040503050406030204" pitchFamily="18" charset="0"/>
                  <a:ea typeface="MS Mincho" charset="0"/>
                  <a:cs typeface="Cambria Math" panose="020405030504060302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592766" y="1682369"/>
                <a:ext cx="1339850" cy="502920"/>
              </a:xfrm>
              <a:prstGeom prst="rect">
                <a:avLst/>
              </a:prstGeom>
              <a:blipFill rotWithShape="1">
                <a:blip r:embed="rId16"/>
                <a:stretch>
                  <a:fillRect l="-43" t="-50" r="43"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3635946" y="2245614"/>
                <a:ext cx="1179195" cy="45339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2400" i="1">
                              <a:solidFill>
                                <a:srgbClr val="002060"/>
                              </a:solidFill>
                              <a:latin typeface="Cambria Math" panose="02040503050406030204" pitchFamily="18" charset="0"/>
                              <a:cs typeface="Cambria Math" panose="02040503050406030204" pitchFamily="18" charset="0"/>
                            </a:rPr>
                          </m:ctrlPr>
                        </m:sSubPr>
                        <m:e>
                          <m:r>
                            <a:rPr lang="en-US" altLang="zh-CN" sz="2400" i="1">
                              <a:solidFill>
                                <a:srgbClr val="002060"/>
                              </a:solidFill>
                              <a:latin typeface="Cambria Math" panose="02040503050406030204" pitchFamily="18" charset="0"/>
                              <a:cs typeface="Cambria Math" panose="02040503050406030204" pitchFamily="18" charset="0"/>
                            </a:rPr>
                            <m:t>𝑅</m:t>
                          </m:r>
                        </m:e>
                        <m:sub>
                          <m:r>
                            <a:rPr lang="en-US" altLang="zh-CN" sz="2400" i="1">
                              <a:solidFill>
                                <a:srgbClr val="002060"/>
                              </a:solidFill>
                              <a:latin typeface="Cambria Math" panose="02040503050406030204" pitchFamily="18" charset="0"/>
                              <a:cs typeface="Cambria Math" panose="02040503050406030204" pitchFamily="18" charset="0"/>
                            </a:rPr>
                            <m:t>𝑦𝑦</m:t>
                          </m:r>
                        </m:sub>
                      </m:sSub>
                      <m:r>
                        <a:rPr lang="en-US" altLang="zh-CN" sz="2400" i="1">
                          <a:solidFill>
                            <a:srgbClr val="002060"/>
                          </a:solidFill>
                          <a:latin typeface="Cambria Math" panose="02040503050406030204" pitchFamily="18" charset="0"/>
                          <a:cs typeface="Cambria Math" panose="02040503050406030204" pitchFamily="18" charset="0"/>
                        </a:rPr>
                        <m:t>(</m:t>
                      </m:r>
                      <m:r>
                        <a:rPr lang="en-US" altLang="zh-CN" sz="2400" i="1">
                          <a:solidFill>
                            <a:srgbClr val="002060"/>
                          </a:solidFill>
                          <a:latin typeface="Cambria Math" panose="02040503050406030204" pitchFamily="18" charset="0"/>
                          <a:cs typeface="Cambria Math" panose="02040503050406030204" pitchFamily="18" charset="0"/>
                        </a:rPr>
                        <m:t>𝑚</m:t>
                      </m:r>
                      <m:r>
                        <a:rPr lang="en-US" altLang="zh-CN" sz="2400" i="1">
                          <a:solidFill>
                            <a:srgbClr val="002060"/>
                          </a:solidFill>
                          <a:latin typeface="Cambria Math" panose="02040503050406030204" pitchFamily="18" charset="0"/>
                          <a:ea typeface="MS Mincho" charset="0"/>
                          <a:cs typeface="Cambria Math" panose="02040503050406030204" pitchFamily="18" charset="0"/>
                        </a:rPr>
                        <m:t>)</m:t>
                      </m:r>
                    </m:oMath>
                  </m:oMathPara>
                </a14:m>
                <a:endParaRPr lang="en-US" altLang="zh-CN" sz="2400" i="1">
                  <a:solidFill>
                    <a:srgbClr val="002060"/>
                  </a:solidFill>
                  <a:latin typeface="Cambria Math" panose="02040503050406030204" pitchFamily="18" charset="0"/>
                  <a:ea typeface="MS Mincho" charset="0"/>
                  <a:cs typeface="Cambria Math" panose="020405030504060302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3635946" y="2245614"/>
                <a:ext cx="1179195" cy="453390"/>
              </a:xfrm>
              <a:prstGeom prst="rect">
                <a:avLst/>
              </a:prstGeom>
              <a:blipFill rotWithShape="1">
                <a:blip r:embed="rId17"/>
                <a:stretch>
                  <a:fillRect l="-48" t="-56" r="48" b="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2078031" y="376873"/>
                <a:ext cx="597535" cy="45021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Sup>
                        <m:sSubSupPr>
                          <m:ctrlPr>
                            <a:rPr lang="en-US" altLang="zh-CN" sz="2400" i="1">
                              <a:solidFill>
                                <a:srgbClr val="000000"/>
                              </a:solidFill>
                              <a:latin typeface="Cambria Math" panose="02040503050406030204" pitchFamily="18" charset="0"/>
                              <a:cs typeface="Cambria Math" panose="02040503050406030204" pitchFamily="18" charset="0"/>
                            </a:rPr>
                          </m:ctrlPr>
                        </m:sSubSupPr>
                        <m:e>
                          <m:r>
                            <a:rPr lang="en-US" altLang="zh-CN" sz="2400" i="1">
                              <a:solidFill>
                                <a:srgbClr val="000000"/>
                              </a:solidFill>
                              <a:latin typeface="Cambria Math" panose="02040503050406030204" pitchFamily="18" charset="0"/>
                              <a:cs typeface="Cambria Math" panose="02040503050406030204" pitchFamily="18" charset="0"/>
                            </a:rPr>
                            <m:t>𝜎</m:t>
                          </m:r>
                        </m:e>
                        <m:sub>
                          <m:r>
                            <a:rPr lang="en-US" altLang="zh-CN" sz="2400" i="1">
                              <a:solidFill>
                                <a:srgbClr val="000000"/>
                              </a:solidFill>
                              <a:latin typeface="Cambria Math" panose="02040503050406030204" pitchFamily="18" charset="0"/>
                              <a:cs typeface="Cambria Math" panose="02040503050406030204" pitchFamily="18" charset="0"/>
                            </a:rPr>
                            <m:t>𝑥</m:t>
                          </m:r>
                        </m:sub>
                        <m:sup>
                          <m:r>
                            <a:rPr lang="en-US" altLang="zh-CN" sz="2400" i="1">
                              <a:solidFill>
                                <a:srgbClr val="000000"/>
                              </a:solidFill>
                              <a:latin typeface="Cambria Math" panose="02040503050406030204" pitchFamily="18" charset="0"/>
                              <a:cs typeface="Cambria Math" panose="02040503050406030204" pitchFamily="18" charset="0"/>
                            </a:rPr>
                            <m:t>2</m:t>
                          </m:r>
                        </m:sup>
                      </m:sSubSup>
                    </m:oMath>
                  </m:oMathPara>
                </a14:m>
                <a:endParaRPr lang="en-US" altLang="zh-CN" sz="2400" i="1" dirty="0">
                  <a:solidFill>
                    <a:srgbClr val="000000"/>
                  </a:solidFill>
                  <a:latin typeface="Cambria Math" panose="02040503050406030204" pitchFamily="18" charset="0"/>
                  <a:ea typeface="MS Mincho" charset="0"/>
                  <a:cs typeface="Cambria Math" panose="020405030504060302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2078031" y="376873"/>
                <a:ext cx="597535" cy="450215"/>
              </a:xfrm>
              <a:prstGeom prst="rect">
                <a:avLst/>
              </a:prstGeom>
              <a:blipFill>
                <a:blip r:embed="rId18"/>
                <a:stretch>
                  <a:fillRect b="-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5292026" y="406654"/>
                <a:ext cx="772160" cy="46037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2400" i="1">
                          <a:solidFill>
                            <a:srgbClr val="002060"/>
                          </a:solidFill>
                          <a:latin typeface="Cambria Math" panose="02040503050406030204" pitchFamily="18" charset="0"/>
                          <a:cs typeface="Cambria Math" panose="02040503050406030204" pitchFamily="18" charset="0"/>
                        </a:rPr>
                        <m:t>𝑥</m:t>
                      </m:r>
                      <m:r>
                        <a:rPr lang="en-US" altLang="zh-CN" sz="2400" i="1">
                          <a:solidFill>
                            <a:srgbClr val="002060"/>
                          </a:solidFill>
                          <a:latin typeface="Cambria Math" panose="02040503050406030204" pitchFamily="18" charset="0"/>
                          <a:cs typeface="Cambria Math" panose="02040503050406030204" pitchFamily="18" charset="0"/>
                        </a:rPr>
                        <m:t>(</m:t>
                      </m:r>
                      <m:r>
                        <a:rPr lang="en-US" altLang="zh-CN" sz="2400" i="1">
                          <a:solidFill>
                            <a:srgbClr val="002060"/>
                          </a:solidFill>
                          <a:latin typeface="Cambria Math" panose="02040503050406030204" pitchFamily="18" charset="0"/>
                          <a:cs typeface="Cambria Math" panose="02040503050406030204" pitchFamily="18" charset="0"/>
                        </a:rPr>
                        <m:t>𝑛</m:t>
                      </m:r>
                      <m:r>
                        <a:rPr lang="en-US" altLang="zh-CN" sz="2400" i="1">
                          <a:solidFill>
                            <a:srgbClr val="002060"/>
                          </a:solidFill>
                          <a:latin typeface="Cambria Math" panose="02040503050406030204" pitchFamily="18" charset="0"/>
                          <a:ea typeface="MS Mincho" charset="0"/>
                          <a:cs typeface="Cambria Math" panose="02040503050406030204" pitchFamily="18" charset="0"/>
                        </a:rPr>
                        <m:t>)</m:t>
                      </m:r>
                    </m:oMath>
                  </m:oMathPara>
                </a14:m>
                <a:endParaRPr lang="en-US" altLang="zh-CN" sz="2400" i="1">
                  <a:solidFill>
                    <a:srgbClr val="002060"/>
                  </a:solidFill>
                  <a:latin typeface="Cambria Math" panose="02040503050406030204" pitchFamily="18" charset="0"/>
                  <a:ea typeface="MS Mincho" charset="0"/>
                  <a:cs typeface="Cambria Math" panose="020405030504060302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292026" y="406654"/>
                <a:ext cx="772160" cy="460375"/>
              </a:xfrm>
              <a:prstGeom prst="rect">
                <a:avLst/>
              </a:prstGeom>
              <a:blipFill rotWithShape="1">
                <a:blip r:embed="rId19"/>
                <a:stretch>
                  <a:fillRect l="-74" t="-55" r="74" b="55"/>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4970" y="260350"/>
            <a:ext cx="8587105" cy="460375"/>
          </a:xfrm>
          <a:prstGeom prst="rect">
            <a:avLst/>
          </a:prstGeom>
          <a:noFill/>
        </p:spPr>
        <p:txBody>
          <a:bodyPr wrap="square" rtlCol="0">
            <a:spAutoFit/>
          </a:bodyPr>
          <a:lstStyle/>
          <a:p>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举例：设一实平稳随机信号</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x(n),</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均值为</a:t>
            </a:r>
            <a:r>
              <a:rPr lang="en-US" altLang="zh-CN"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，其功率谱为：</a:t>
            </a:r>
          </a:p>
        </p:txBody>
      </p:sp>
      <mc:AlternateContent xmlns:mc="http://schemas.openxmlformats.org/markup-compatibility/2006" xmlns:a14="http://schemas.microsoft.com/office/drawing/2010/main">
        <mc:Choice Requires="a14">
          <p:sp>
            <p:nvSpPr>
              <p:cNvPr id="5" name="文本框 4"/>
              <p:cNvSpPr txBox="1"/>
              <p:nvPr/>
            </p:nvSpPr>
            <p:spPr>
              <a:xfrm>
                <a:off x="1547431" y="837184"/>
                <a:ext cx="2277110" cy="39878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b="1" i="1">
                              <a:solidFill>
                                <a:srgbClr val="000000"/>
                              </a:solidFill>
                              <a:latin typeface="Cambria Math" panose="02040503050406030204" pitchFamily="18" charset="0"/>
                              <a:cs typeface="Cambria Math" panose="02040503050406030204" pitchFamily="18" charset="0"/>
                            </a:rPr>
                          </m:ctrlPr>
                        </m:sSubPr>
                        <m:e>
                          <m:r>
                            <a:rPr lang="en-US" altLang="zh-CN" sz="2000" b="1" i="1">
                              <a:solidFill>
                                <a:srgbClr val="000000"/>
                              </a:solidFill>
                              <a:latin typeface="Cambria Math" panose="02040503050406030204" pitchFamily="18" charset="0"/>
                              <a:cs typeface="Cambria Math" panose="02040503050406030204" pitchFamily="18" charset="0"/>
                            </a:rPr>
                            <m:t>𝑺</m:t>
                          </m:r>
                        </m:e>
                        <m:sub>
                          <m:r>
                            <a:rPr lang="en-US" altLang="zh-CN" sz="2000" b="1" i="1">
                              <a:solidFill>
                                <a:srgbClr val="000000"/>
                              </a:solidFill>
                              <a:latin typeface="Cambria Math" panose="02040503050406030204" pitchFamily="18" charset="0"/>
                              <a:cs typeface="Cambria Math" panose="02040503050406030204" pitchFamily="18" charset="0"/>
                            </a:rPr>
                            <m:t>𝒙𝒙</m:t>
                          </m:r>
                        </m:sub>
                      </m:sSub>
                      <m:r>
                        <a:rPr lang="en-US" altLang="zh-CN" sz="2000" b="1" i="1">
                          <a:solidFill>
                            <a:srgbClr val="000000"/>
                          </a:solidFill>
                          <a:latin typeface="Cambria Math" panose="02040503050406030204" pitchFamily="18" charset="0"/>
                          <a:cs typeface="Cambria Math" panose="02040503050406030204" pitchFamily="18" charset="0"/>
                        </a:rPr>
                        <m:t>(</m:t>
                      </m:r>
                      <m:r>
                        <a:rPr lang="en-US" altLang="zh-CN" sz="2000" b="1" i="1">
                          <a:solidFill>
                            <a:srgbClr val="000000"/>
                          </a:solidFill>
                          <a:latin typeface="Cambria Math" panose="02040503050406030204" pitchFamily="18" charset="0"/>
                          <a:cs typeface="Cambria Math" panose="02040503050406030204" pitchFamily="18" charset="0"/>
                        </a:rPr>
                        <m:t>𝒘</m:t>
                      </m:r>
                      <m:r>
                        <a:rPr lang="en-US" altLang="zh-CN" sz="2000" b="1" i="1">
                          <a:solidFill>
                            <a:srgbClr val="000000"/>
                          </a:solidFill>
                          <a:latin typeface="Cambria Math" panose="02040503050406030204" pitchFamily="18" charset="0"/>
                          <a:cs typeface="Cambria Math" panose="02040503050406030204" pitchFamily="18" charset="0"/>
                        </a:rPr>
                        <m:t>)=</m:t>
                      </m:r>
                      <m:r>
                        <a:rPr lang="en-US" altLang="zh-CN" sz="2000" b="1" i="1">
                          <a:solidFill>
                            <a:srgbClr val="000000"/>
                          </a:solidFill>
                          <a:latin typeface="Cambria Math" panose="02040503050406030204" pitchFamily="18" charset="0"/>
                          <a:cs typeface="Cambria Math" panose="02040503050406030204" pitchFamily="18" charset="0"/>
                        </a:rPr>
                        <m:t>𝟏</m:t>
                      </m:r>
                      <m:r>
                        <a:rPr lang="en-US" altLang="zh-CN" sz="2000" b="1" i="1">
                          <a:solidFill>
                            <a:srgbClr val="000000"/>
                          </a:solidFill>
                          <a:latin typeface="Cambria Math" panose="02040503050406030204" pitchFamily="18" charset="0"/>
                          <a:cs typeface="Cambria Math" panose="02040503050406030204" pitchFamily="18" charset="0"/>
                        </a:rPr>
                        <m:t>+</m:t>
                      </m:r>
                      <m:r>
                        <a:rPr lang="en-US" altLang="zh-CN" sz="2000" b="1" i="1">
                          <a:solidFill>
                            <a:srgbClr val="000000"/>
                          </a:solidFill>
                          <a:latin typeface="Cambria Math" panose="02040503050406030204" pitchFamily="18" charset="0"/>
                          <a:cs typeface="Cambria Math" panose="02040503050406030204" pitchFamily="18" charset="0"/>
                        </a:rPr>
                        <m:t>𝒄𝒐𝒔𝒘</m:t>
                      </m:r>
                    </m:oMath>
                  </m:oMathPara>
                </a14:m>
                <a:endParaRPr lang="en-US" altLang="zh-CN" sz="2000" b="1" i="1">
                  <a:solidFill>
                    <a:srgbClr val="000000"/>
                  </a:solidFill>
                  <a:latin typeface="Cambria Math" panose="02040503050406030204" pitchFamily="18" charset="0"/>
                  <a:cs typeface="Cambria Math" panose="020405030504060302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547431" y="837184"/>
                <a:ext cx="2277110" cy="398780"/>
              </a:xfrm>
              <a:prstGeom prst="rect">
                <a:avLst/>
              </a:prstGeom>
              <a:blipFill rotWithShape="1">
                <a:blip r:embed="rId2"/>
                <a:stretch>
                  <a:fillRect l="-25" t="-64" r="-2262" b="64"/>
                </a:stretch>
              </a:blipFill>
            </p:spPr>
            <p:txBody>
              <a:bodyPr/>
              <a:lstStyle/>
              <a:p>
                <a:r>
                  <a:rPr lang="zh-CN" altLang="en-US">
                    <a:noFill/>
                  </a:rPr>
                  <a:t> </a:t>
                </a:r>
              </a:p>
            </p:txBody>
          </p:sp>
        </mc:Fallback>
      </mc:AlternateContent>
      <p:sp>
        <p:nvSpPr>
          <p:cNvPr id="6" name="文本框 5"/>
          <p:cNvSpPr txBox="1"/>
          <p:nvPr/>
        </p:nvSpPr>
        <p:spPr>
          <a:xfrm>
            <a:off x="323850" y="1230630"/>
            <a:ext cx="8108315" cy="460375"/>
          </a:xfrm>
          <a:prstGeom prst="rect">
            <a:avLst/>
          </a:prstGeom>
          <a:noFill/>
        </p:spPr>
        <p:txBody>
          <a:bodyPr wrap="square" rtlCol="0">
            <a:spAutoFit/>
          </a:bodyPr>
          <a:lstStyle/>
          <a:p>
            <a:r>
              <a:rPr lang="zh-CN" altLang="en-US" sz="2400" b="1">
                <a:solidFill>
                  <a:srgbClr val="000000"/>
                </a:solidFill>
                <a:latin typeface="微软雅黑" panose="020B0503020204020204" pitchFamily="34" charset="-122"/>
                <a:ea typeface="微软雅黑" panose="020B0503020204020204" pitchFamily="34" charset="-122"/>
              </a:rPr>
              <a:t>作为一线性时不变系统的输入，系统的单位取样响应为：</a:t>
            </a:r>
          </a:p>
        </p:txBody>
      </p:sp>
      <mc:AlternateContent xmlns:mc="http://schemas.openxmlformats.org/markup-compatibility/2006" xmlns:a14="http://schemas.microsoft.com/office/drawing/2010/main">
        <mc:Choice Requires="a14">
          <p:sp>
            <p:nvSpPr>
              <p:cNvPr id="7" name="文本框 6"/>
              <p:cNvSpPr txBox="1"/>
              <p:nvPr/>
            </p:nvSpPr>
            <p:spPr>
              <a:xfrm>
                <a:off x="1619821" y="1773174"/>
                <a:ext cx="2400935" cy="46037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sz="2400" b="1" i="1">
                          <a:solidFill>
                            <a:srgbClr val="000000"/>
                          </a:solidFill>
                          <a:latin typeface="Cambria Math" panose="02040503050406030204" pitchFamily="18" charset="0"/>
                          <a:cs typeface="Cambria Math" panose="02040503050406030204" pitchFamily="18" charset="0"/>
                        </a:rPr>
                        <m:t>𝒉</m:t>
                      </m:r>
                      <m:r>
                        <a:rPr lang="en-US" altLang="zh-CN" sz="2400" b="1" i="1">
                          <a:solidFill>
                            <a:srgbClr val="000000"/>
                          </a:solidFill>
                          <a:latin typeface="Cambria Math" panose="02040503050406030204" pitchFamily="18" charset="0"/>
                          <a:cs typeface="Cambria Math" panose="02040503050406030204" pitchFamily="18" charset="0"/>
                        </a:rPr>
                        <m:t>(</m:t>
                      </m:r>
                      <m:r>
                        <a:rPr lang="en-US" altLang="zh-CN" sz="2400" b="1" i="1">
                          <a:solidFill>
                            <a:srgbClr val="000000"/>
                          </a:solidFill>
                          <a:latin typeface="Cambria Math" panose="02040503050406030204" pitchFamily="18" charset="0"/>
                          <a:cs typeface="Cambria Math" panose="02040503050406030204" pitchFamily="18" charset="0"/>
                        </a:rPr>
                        <m:t>𝒏</m:t>
                      </m:r>
                      <m:r>
                        <a:rPr lang="en-US" altLang="zh-CN" sz="2400" b="1" i="1">
                          <a:solidFill>
                            <a:srgbClr val="000000"/>
                          </a:solidFill>
                          <a:latin typeface="Cambria Math" panose="02040503050406030204" pitchFamily="18" charset="0"/>
                          <a:cs typeface="Cambria Math" panose="02040503050406030204" pitchFamily="18" charset="0"/>
                        </a:rPr>
                        <m:t>)=</m:t>
                      </m:r>
                      <m:sSup>
                        <m:sSupPr>
                          <m:ctrlPr>
                            <a:rPr lang="en-US" altLang="zh-CN" sz="2400" b="1" i="1">
                              <a:solidFill>
                                <a:srgbClr val="000000"/>
                              </a:solidFill>
                              <a:latin typeface="Cambria Math" panose="02040503050406030204" pitchFamily="18" charset="0"/>
                              <a:cs typeface="Cambria Math" panose="02040503050406030204" pitchFamily="18" charset="0"/>
                            </a:rPr>
                          </m:ctrlPr>
                        </m:sSupPr>
                        <m:e>
                          <m:r>
                            <a:rPr lang="en-US" altLang="zh-CN" sz="2400" b="1" i="1">
                              <a:solidFill>
                                <a:srgbClr val="000000"/>
                              </a:solidFill>
                              <a:latin typeface="Cambria Math" panose="02040503050406030204" pitchFamily="18" charset="0"/>
                              <a:cs typeface="Cambria Math" panose="02040503050406030204" pitchFamily="18" charset="0"/>
                            </a:rPr>
                            <m:t>𝜷</m:t>
                          </m:r>
                        </m:e>
                        <m:sup>
                          <m:r>
                            <a:rPr lang="en-US" altLang="zh-CN" sz="2400" b="1" i="1">
                              <a:solidFill>
                                <a:srgbClr val="000000"/>
                              </a:solidFill>
                              <a:latin typeface="Cambria Math" panose="02040503050406030204" pitchFamily="18" charset="0"/>
                              <a:cs typeface="Cambria Math" panose="02040503050406030204" pitchFamily="18" charset="0"/>
                            </a:rPr>
                            <m:t>𝒏</m:t>
                          </m:r>
                        </m:sup>
                      </m:sSup>
                      <m:r>
                        <a:rPr lang="en-US" altLang="zh-CN" sz="2400" b="1" i="1">
                          <a:solidFill>
                            <a:srgbClr val="000000"/>
                          </a:solidFill>
                          <a:latin typeface="Cambria Math" panose="02040503050406030204" pitchFamily="18" charset="0"/>
                          <a:cs typeface="Cambria Math" panose="02040503050406030204" pitchFamily="18" charset="0"/>
                        </a:rPr>
                        <m:t>𝒖</m:t>
                      </m:r>
                      <m:r>
                        <a:rPr lang="en-US" altLang="zh-CN" sz="2400" b="1" i="1">
                          <a:solidFill>
                            <a:srgbClr val="000000"/>
                          </a:solidFill>
                          <a:latin typeface="Cambria Math" panose="02040503050406030204" pitchFamily="18" charset="0"/>
                          <a:cs typeface="Cambria Math" panose="02040503050406030204" pitchFamily="18" charset="0"/>
                        </a:rPr>
                        <m:t>(</m:t>
                      </m:r>
                      <m:r>
                        <a:rPr lang="en-US" altLang="zh-CN" sz="2400" b="1" i="1">
                          <a:solidFill>
                            <a:srgbClr val="000000"/>
                          </a:solidFill>
                          <a:latin typeface="Cambria Math" panose="02040503050406030204" pitchFamily="18" charset="0"/>
                          <a:cs typeface="Cambria Math" panose="02040503050406030204" pitchFamily="18" charset="0"/>
                        </a:rPr>
                        <m:t>𝒏</m:t>
                      </m:r>
                      <m:r>
                        <a:rPr lang="en-US" altLang="zh-CN" sz="2400" b="1" i="1">
                          <a:solidFill>
                            <a:srgbClr val="000000"/>
                          </a:solidFill>
                          <a:latin typeface="Cambria Math" panose="02040503050406030204" pitchFamily="18" charset="0"/>
                          <a:ea typeface="MS Mincho" charset="0"/>
                          <a:cs typeface="Cambria Math" panose="02040503050406030204" pitchFamily="18" charset="0"/>
                        </a:rPr>
                        <m:t>)</m:t>
                      </m:r>
                    </m:oMath>
                  </m:oMathPara>
                </a14:m>
                <a:endParaRPr lang="en-US" altLang="zh-CN" sz="2400" b="1" i="1">
                  <a:solidFill>
                    <a:srgbClr val="000000"/>
                  </a:solidFill>
                  <a:latin typeface="Cambria Math" panose="02040503050406030204" pitchFamily="18" charset="0"/>
                  <a:ea typeface="MS Mincho" charset="0"/>
                  <a:cs typeface="Cambria Math" panose="020405030504060302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619821" y="1773174"/>
                <a:ext cx="2400935" cy="460375"/>
              </a:xfrm>
              <a:prstGeom prst="rect">
                <a:avLst/>
              </a:prstGeom>
              <a:blipFill rotWithShape="1">
                <a:blip r:embed="rId3"/>
                <a:stretch>
                  <a:fillRect l="-24" t="-55" r="24" b="55"/>
                </a:stretch>
              </a:blipFill>
            </p:spPr>
            <p:txBody>
              <a:bodyPr/>
              <a:lstStyle/>
              <a:p>
                <a:r>
                  <a:rPr lang="zh-CN" altLang="en-US">
                    <a:noFill/>
                  </a:rPr>
                  <a:t> </a:t>
                </a:r>
              </a:p>
            </p:txBody>
          </p:sp>
        </mc:Fallback>
      </mc:AlternateContent>
      <p:sp>
        <p:nvSpPr>
          <p:cNvPr id="10" name="文本框 9"/>
          <p:cNvSpPr txBox="1"/>
          <p:nvPr/>
        </p:nvSpPr>
        <p:spPr>
          <a:xfrm>
            <a:off x="394970" y="2207260"/>
            <a:ext cx="5329158" cy="461665"/>
          </a:xfrm>
          <a:prstGeom prst="rect">
            <a:avLst/>
          </a:prstGeom>
          <a:noFill/>
        </p:spPr>
        <p:txBody>
          <a:bodyPr wrap="square" rtlCol="0">
            <a:spAutoFit/>
          </a:bodyPr>
          <a:lstStyle/>
          <a:p>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求：</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x(n)</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y(n)</a:t>
            </a:r>
            <a:r>
              <a:rPr lang="zh-CN" altLang="en-US" sz="24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的均方值。</a:t>
            </a:r>
          </a:p>
        </p:txBody>
      </p:sp>
      <mc:AlternateContent xmlns:mc="http://schemas.openxmlformats.org/markup-compatibility/2006" xmlns:a14="http://schemas.microsoft.com/office/drawing/2010/main">
        <mc:Choice Requires="a14">
          <p:sp>
            <p:nvSpPr>
              <p:cNvPr id="11" name="文本框 10"/>
              <p:cNvSpPr txBox="1"/>
              <p:nvPr/>
            </p:nvSpPr>
            <p:spPr>
              <a:xfrm>
                <a:off x="418401" y="2746629"/>
                <a:ext cx="3587750" cy="49022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2400" b="1" i="1">
                              <a:solidFill>
                                <a:srgbClr val="FF0000"/>
                              </a:solidFill>
                              <a:latin typeface="Cambria Math" panose="02040503050406030204" pitchFamily="18" charset="0"/>
                              <a:cs typeface="Cambria Math" panose="02040503050406030204" pitchFamily="18" charset="0"/>
                            </a:rPr>
                          </m:ctrlPr>
                        </m:sSubPr>
                        <m:e>
                          <m:r>
                            <a:rPr lang="en-US" altLang="zh-CN" sz="2400" b="1" i="1">
                              <a:solidFill>
                                <a:srgbClr val="FF0000"/>
                              </a:solidFill>
                              <a:latin typeface="Cambria Math" panose="02040503050406030204" pitchFamily="18" charset="0"/>
                              <a:cs typeface="Cambria Math" panose="02040503050406030204" pitchFamily="18" charset="0"/>
                            </a:rPr>
                            <m:t>分析：</m:t>
                          </m:r>
                          <m:r>
                            <a:rPr lang="en-US" altLang="zh-CN" sz="2400" b="1" i="1">
                              <a:solidFill>
                                <a:srgbClr val="FF0000"/>
                              </a:solidFill>
                              <a:latin typeface="Cambria Math" panose="02040503050406030204" pitchFamily="18" charset="0"/>
                              <a:cs typeface="Cambria Math" panose="02040503050406030204" pitchFamily="18" charset="0"/>
                            </a:rPr>
                            <m:t>𝑹</m:t>
                          </m:r>
                        </m:e>
                        <m:sub>
                          <m:r>
                            <a:rPr lang="en-US" altLang="zh-CN" sz="2400" b="1" i="1">
                              <a:solidFill>
                                <a:srgbClr val="FF0000"/>
                              </a:solidFill>
                              <a:latin typeface="Cambria Math" panose="02040503050406030204" pitchFamily="18" charset="0"/>
                              <a:cs typeface="Cambria Math" panose="02040503050406030204" pitchFamily="18" charset="0"/>
                            </a:rPr>
                            <m:t>𝒚𝒚</m:t>
                          </m:r>
                        </m:sub>
                      </m:sSub>
                      <m:r>
                        <a:rPr lang="en-US" altLang="zh-CN" sz="2400" b="1" i="1">
                          <a:solidFill>
                            <a:srgbClr val="FF0000"/>
                          </a:solidFill>
                          <a:latin typeface="Cambria Math" panose="02040503050406030204" pitchFamily="18" charset="0"/>
                          <a:cs typeface="Cambria Math" panose="02040503050406030204" pitchFamily="18" charset="0"/>
                        </a:rPr>
                        <m:t>(</m:t>
                      </m:r>
                      <m:r>
                        <a:rPr lang="en-US" altLang="zh-CN" sz="2400" b="1" i="1">
                          <a:solidFill>
                            <a:srgbClr val="FF0000"/>
                          </a:solidFill>
                          <a:latin typeface="Cambria Math" panose="02040503050406030204" pitchFamily="18" charset="0"/>
                          <a:cs typeface="Cambria Math" panose="02040503050406030204" pitchFamily="18" charset="0"/>
                        </a:rPr>
                        <m:t>𝟎</m:t>
                      </m:r>
                      <m:r>
                        <a:rPr lang="en-US" altLang="zh-CN" sz="2400" b="1" i="1">
                          <a:solidFill>
                            <a:srgbClr val="FF0000"/>
                          </a:solidFill>
                          <a:latin typeface="Cambria Math" panose="02040503050406030204" pitchFamily="18" charset="0"/>
                          <a:cs typeface="Cambria Math" panose="02040503050406030204" pitchFamily="18" charset="0"/>
                        </a:rPr>
                        <m:t>)=</m:t>
                      </m:r>
                      <m:r>
                        <a:rPr lang="en-US" altLang="zh-CN" sz="2400" b="1" i="1">
                          <a:solidFill>
                            <a:srgbClr val="FF0000"/>
                          </a:solidFill>
                          <a:latin typeface="Cambria Math" panose="02040503050406030204" pitchFamily="18" charset="0"/>
                          <a:cs typeface="Cambria Math" panose="02040503050406030204" pitchFamily="18" charset="0"/>
                        </a:rPr>
                        <m:t>𝑬</m:t>
                      </m:r>
                      <m:r>
                        <a:rPr lang="en-US" altLang="zh-CN" sz="2400" b="1" i="1">
                          <a:solidFill>
                            <a:srgbClr val="FF0000"/>
                          </a:solidFill>
                          <a:latin typeface="Cambria Math" panose="02040503050406030204" pitchFamily="18" charset="0"/>
                          <a:cs typeface="Cambria Math" panose="02040503050406030204" pitchFamily="18" charset="0"/>
                        </a:rPr>
                        <m:t>(</m:t>
                      </m:r>
                      <m:sSup>
                        <m:sSupPr>
                          <m:ctrlPr>
                            <a:rPr lang="en-US" altLang="zh-CN" sz="2400" b="1" i="1">
                              <a:solidFill>
                                <a:srgbClr val="FF0000"/>
                              </a:solidFill>
                              <a:latin typeface="Cambria Math" panose="02040503050406030204" pitchFamily="18" charset="0"/>
                              <a:cs typeface="Cambria Math" panose="02040503050406030204" pitchFamily="18" charset="0"/>
                            </a:rPr>
                          </m:ctrlPr>
                        </m:sSupPr>
                        <m:e>
                          <m:r>
                            <a:rPr lang="en-US" altLang="zh-CN" sz="2400" b="1" i="1">
                              <a:solidFill>
                                <a:srgbClr val="FF0000"/>
                              </a:solidFill>
                              <a:latin typeface="Cambria Math" panose="02040503050406030204" pitchFamily="18" charset="0"/>
                              <a:cs typeface="Cambria Math" panose="02040503050406030204" pitchFamily="18" charset="0"/>
                            </a:rPr>
                            <m:t>𝒚</m:t>
                          </m:r>
                        </m:e>
                        <m:sup>
                          <m:r>
                            <a:rPr lang="en-US" altLang="zh-CN" sz="2400" b="1" i="1">
                              <a:solidFill>
                                <a:srgbClr val="FF0000"/>
                              </a:solidFill>
                              <a:latin typeface="Cambria Math" panose="02040503050406030204" pitchFamily="18" charset="0"/>
                              <a:cs typeface="Cambria Math" panose="02040503050406030204" pitchFamily="18" charset="0"/>
                            </a:rPr>
                            <m:t>𝟐</m:t>
                          </m:r>
                        </m:sup>
                      </m:sSup>
                      <m:r>
                        <a:rPr lang="en-US" altLang="zh-CN" sz="2400" b="1" i="1">
                          <a:solidFill>
                            <a:srgbClr val="FF0000"/>
                          </a:solidFill>
                          <a:latin typeface="Cambria Math" panose="02040503050406030204" pitchFamily="18" charset="0"/>
                          <a:cs typeface="Cambria Math" panose="02040503050406030204" pitchFamily="18" charset="0"/>
                        </a:rPr>
                        <m:t>(</m:t>
                      </m:r>
                      <m:r>
                        <a:rPr lang="en-US" altLang="zh-CN" sz="2400" b="1" i="1">
                          <a:solidFill>
                            <a:srgbClr val="FF0000"/>
                          </a:solidFill>
                          <a:latin typeface="Cambria Math" panose="02040503050406030204" pitchFamily="18" charset="0"/>
                          <a:cs typeface="Cambria Math" panose="02040503050406030204" pitchFamily="18" charset="0"/>
                        </a:rPr>
                        <m:t>𝒏</m:t>
                      </m:r>
                      <m:r>
                        <a:rPr lang="en-US" altLang="zh-CN" sz="2400" b="1" i="1">
                          <a:solidFill>
                            <a:srgbClr val="FF0000"/>
                          </a:solidFill>
                          <a:latin typeface="Cambria Math" panose="02040503050406030204" pitchFamily="18" charset="0"/>
                          <a:cs typeface="Cambria Math" panose="02040503050406030204" pitchFamily="18" charset="0"/>
                        </a:rPr>
                        <m:t>))</m:t>
                      </m:r>
                    </m:oMath>
                  </m:oMathPara>
                </a14:m>
                <a:endParaRPr lang="en-US" altLang="zh-CN" sz="2400" b="1" i="1">
                  <a:solidFill>
                    <a:srgbClr val="FF0000"/>
                  </a:solidFill>
                  <a:latin typeface="Cambria Math" panose="02040503050406030204" pitchFamily="18" charset="0"/>
                  <a:cs typeface="Cambria Math" panose="020405030504060302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18401" y="2746629"/>
                <a:ext cx="3587750" cy="490220"/>
              </a:xfrm>
              <a:prstGeom prst="rect">
                <a:avLst/>
              </a:prstGeom>
              <a:blipFill rotWithShape="1">
                <a:blip r:embed="rId4"/>
                <a:stretch>
                  <a:fillRect l="-16" t="-52" r="-1524" b="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539686" y="3639439"/>
                <a:ext cx="5522595" cy="77660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2400" i="1">
                              <a:solidFill>
                                <a:srgbClr val="000000"/>
                              </a:solidFill>
                              <a:latin typeface="Cambria Math" panose="02040503050406030204" pitchFamily="18" charset="0"/>
                              <a:cs typeface="Cambria Math" panose="02040503050406030204" pitchFamily="18" charset="0"/>
                            </a:rPr>
                          </m:ctrlPr>
                        </m:sSubPr>
                        <m:e>
                          <m:r>
                            <a:rPr lang="en-US" altLang="zh-CN" sz="2400" i="1">
                              <a:solidFill>
                                <a:srgbClr val="000000"/>
                              </a:solidFill>
                              <a:latin typeface="Cambria Math" panose="02040503050406030204" pitchFamily="18" charset="0"/>
                              <a:cs typeface="Cambria Math" panose="02040503050406030204" pitchFamily="18" charset="0"/>
                            </a:rPr>
                            <m:t>𝑅</m:t>
                          </m:r>
                        </m:e>
                        <m:sub>
                          <m:r>
                            <a:rPr lang="en-US" altLang="zh-CN" sz="2400" i="1">
                              <a:solidFill>
                                <a:srgbClr val="000000"/>
                              </a:solidFill>
                              <a:latin typeface="Cambria Math" panose="02040503050406030204" pitchFamily="18" charset="0"/>
                              <a:cs typeface="Cambria Math" panose="02040503050406030204" pitchFamily="18" charset="0"/>
                            </a:rPr>
                            <m:t>𝑥𝑥</m:t>
                          </m:r>
                        </m:sub>
                      </m:sSub>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𝑛</m:t>
                      </m:r>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𝛿</m:t>
                      </m:r>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𝑛</m:t>
                      </m:r>
                      <m:r>
                        <a:rPr lang="en-US" altLang="zh-CN" sz="2400" i="1">
                          <a:solidFill>
                            <a:srgbClr val="000000"/>
                          </a:solidFill>
                          <a:latin typeface="Cambria Math" panose="02040503050406030204" pitchFamily="18" charset="0"/>
                          <a:cs typeface="Cambria Math" panose="02040503050406030204" pitchFamily="18" charset="0"/>
                        </a:rPr>
                        <m:t>)+</m:t>
                      </m:r>
                      <m:f>
                        <m:fPr>
                          <m:ctrlPr>
                            <a:rPr lang="en-US" altLang="zh-CN" sz="2400" i="1">
                              <a:solidFill>
                                <a:srgbClr val="000000"/>
                              </a:solidFill>
                              <a:latin typeface="Cambria Math" panose="02040503050406030204" pitchFamily="18" charset="0"/>
                              <a:cs typeface="Cambria Math" panose="02040503050406030204" pitchFamily="18" charset="0"/>
                            </a:rPr>
                          </m:ctrlPr>
                        </m:fPr>
                        <m:num>
                          <m:r>
                            <a:rPr lang="en-US" altLang="zh-CN" sz="2400" i="1">
                              <a:solidFill>
                                <a:srgbClr val="000000"/>
                              </a:solidFill>
                              <a:latin typeface="Cambria Math" panose="02040503050406030204" pitchFamily="18" charset="0"/>
                              <a:cs typeface="Cambria Math" panose="02040503050406030204" pitchFamily="18" charset="0"/>
                            </a:rPr>
                            <m:t>1</m:t>
                          </m:r>
                        </m:num>
                        <m:den>
                          <m:r>
                            <a:rPr lang="en-US" altLang="zh-CN" sz="2400" i="1">
                              <a:solidFill>
                                <a:srgbClr val="000000"/>
                              </a:solidFill>
                              <a:latin typeface="Cambria Math" panose="02040503050406030204" pitchFamily="18" charset="0"/>
                              <a:cs typeface="Cambria Math" panose="02040503050406030204" pitchFamily="18" charset="0"/>
                            </a:rPr>
                            <m:t>2</m:t>
                          </m:r>
                        </m:den>
                      </m:f>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𝛿</m:t>
                      </m:r>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𝑛</m:t>
                      </m:r>
                      <m:r>
                        <a:rPr lang="en-US" altLang="zh-CN" sz="2400" i="1">
                          <a:solidFill>
                            <a:srgbClr val="000000"/>
                          </a:solidFill>
                          <a:latin typeface="Cambria Math" panose="02040503050406030204" pitchFamily="18" charset="0"/>
                          <a:cs typeface="Cambria Math" panose="02040503050406030204" pitchFamily="18" charset="0"/>
                        </a:rPr>
                        <m:t>+1)+</m:t>
                      </m:r>
                      <m:r>
                        <a:rPr lang="en-US" altLang="zh-CN" sz="2400" i="1">
                          <a:solidFill>
                            <a:srgbClr val="000000"/>
                          </a:solidFill>
                          <a:latin typeface="Cambria Math" panose="02040503050406030204" pitchFamily="18" charset="0"/>
                          <a:cs typeface="Cambria Math" panose="02040503050406030204" pitchFamily="18" charset="0"/>
                        </a:rPr>
                        <m:t>𝛿</m:t>
                      </m:r>
                      <m:r>
                        <a:rPr lang="en-US" altLang="zh-CN" sz="2400" i="1">
                          <a:solidFill>
                            <a:srgbClr val="000000"/>
                          </a:solidFill>
                          <a:latin typeface="Cambria Math" panose="02040503050406030204" pitchFamily="18" charset="0"/>
                          <a:cs typeface="Cambria Math" panose="02040503050406030204" pitchFamily="18" charset="0"/>
                        </a:rPr>
                        <m:t>(</m:t>
                      </m:r>
                      <m:r>
                        <a:rPr lang="en-US" altLang="zh-CN" sz="2400" i="1">
                          <a:solidFill>
                            <a:srgbClr val="000000"/>
                          </a:solidFill>
                          <a:latin typeface="Cambria Math" panose="02040503050406030204" pitchFamily="18" charset="0"/>
                          <a:cs typeface="Cambria Math" panose="02040503050406030204" pitchFamily="18" charset="0"/>
                        </a:rPr>
                        <m:t>𝑛</m:t>
                      </m:r>
                      <m:r>
                        <a:rPr lang="en-US" altLang="zh-CN" sz="2400" i="1">
                          <a:solidFill>
                            <a:srgbClr val="000000"/>
                          </a:solidFill>
                          <a:latin typeface="Cambria Math" panose="02040503050406030204" pitchFamily="18" charset="0"/>
                          <a:cs typeface="Cambria Math" panose="02040503050406030204" pitchFamily="18" charset="0"/>
                        </a:rPr>
                        <m:t>−1))</m:t>
                      </m:r>
                    </m:oMath>
                  </m:oMathPara>
                </a14:m>
                <a:endParaRPr lang="en-US" altLang="zh-CN" sz="2400" i="1">
                  <a:solidFill>
                    <a:srgbClr val="000000"/>
                  </a:solidFill>
                  <a:latin typeface="Cambria Math" panose="02040503050406030204" pitchFamily="18" charset="0"/>
                  <a:ea typeface="MS Mincho" charset="0"/>
                  <a:cs typeface="Cambria Math" panose="02040503050406030204" pitchFamily="18" charset="0"/>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539686" y="3639439"/>
                <a:ext cx="5522595" cy="776605"/>
              </a:xfrm>
              <a:prstGeom prst="rect">
                <a:avLst/>
              </a:prstGeom>
              <a:blipFill rotWithShape="1">
                <a:blip r:embed="rId5"/>
                <a:stretch>
                  <a:fillRect l="-10" t="-33" r="10" b="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612076" y="4546854"/>
                <a:ext cx="1985645" cy="78105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i="1">
                              <a:solidFill>
                                <a:srgbClr val="000000"/>
                              </a:solidFill>
                              <a:latin typeface="Cambria Math" panose="02040503050406030204" pitchFamily="18" charset="0"/>
                              <a:cs typeface="Cambria Math" panose="02040503050406030204" pitchFamily="18" charset="0"/>
                            </a:rPr>
                          </m:ctrlPr>
                        </m:sSubPr>
                        <m:e>
                          <m:r>
                            <a:rPr lang="en-US" altLang="zh-CN" sz="2000" i="1">
                              <a:solidFill>
                                <a:srgbClr val="000000"/>
                              </a:solidFill>
                              <a:latin typeface="Cambria Math" panose="02040503050406030204" pitchFamily="18" charset="0"/>
                              <a:cs typeface="Cambria Math" panose="02040503050406030204" pitchFamily="18" charset="0"/>
                            </a:rPr>
                            <m:t>𝑅</m:t>
                          </m:r>
                        </m:e>
                        <m:sub>
                          <m:r>
                            <a:rPr lang="en-US" altLang="zh-CN" sz="2000" i="1">
                              <a:solidFill>
                                <a:srgbClr val="000000"/>
                              </a:solidFill>
                              <a:latin typeface="Cambria Math" panose="02040503050406030204" pitchFamily="18" charset="0"/>
                              <a:cs typeface="Cambria Math" panose="02040503050406030204" pitchFamily="18" charset="0"/>
                            </a:rPr>
                            <m:t>hh</m:t>
                          </m:r>
                        </m:sub>
                      </m:sSub>
                      <m:r>
                        <a:rPr lang="en-US" altLang="zh-CN" sz="2000" i="1">
                          <a:solidFill>
                            <a:srgbClr val="000000"/>
                          </a:solidFill>
                          <a:latin typeface="Cambria Math" panose="02040503050406030204" pitchFamily="18" charset="0"/>
                          <a:cs typeface="Cambria Math" panose="02040503050406030204" pitchFamily="18" charset="0"/>
                        </a:rPr>
                        <m:t>(</m:t>
                      </m:r>
                      <m:r>
                        <a:rPr lang="en-US" altLang="zh-CN" sz="2000" i="1">
                          <a:solidFill>
                            <a:srgbClr val="000000"/>
                          </a:solidFill>
                          <a:latin typeface="Cambria Math" panose="02040503050406030204" pitchFamily="18" charset="0"/>
                          <a:cs typeface="Cambria Math" panose="02040503050406030204" pitchFamily="18" charset="0"/>
                        </a:rPr>
                        <m:t>𝑛</m:t>
                      </m:r>
                      <m:r>
                        <a:rPr lang="en-US" altLang="zh-CN" sz="2000" i="1">
                          <a:solidFill>
                            <a:srgbClr val="000000"/>
                          </a:solidFill>
                          <a:latin typeface="Cambria Math" panose="02040503050406030204" pitchFamily="18" charset="0"/>
                          <a:ea typeface="MS Mincho" charset="0"/>
                          <a:cs typeface="Cambria Math" panose="02040503050406030204" pitchFamily="18" charset="0"/>
                        </a:rPr>
                        <m:t>)=</m:t>
                      </m:r>
                      <m:f>
                        <m:fPr>
                          <m:ctrlPr>
                            <a:rPr lang="en-US" altLang="zh-CN" sz="2000" i="1">
                              <a:solidFill>
                                <a:srgbClr val="000000"/>
                              </a:solidFill>
                              <a:latin typeface="Cambria Math" panose="02040503050406030204" pitchFamily="18" charset="0"/>
                              <a:ea typeface="MS Mincho" charset="0"/>
                              <a:cs typeface="Cambria Math" panose="02040503050406030204" pitchFamily="18" charset="0"/>
                            </a:rPr>
                          </m:ctrlPr>
                        </m:fPr>
                        <m:num>
                          <m:sSup>
                            <m:sSupPr>
                              <m:ctrlPr>
                                <a:rPr lang="en-US" altLang="zh-CN" sz="2000" i="1">
                                  <a:solidFill>
                                    <a:srgbClr val="000000"/>
                                  </a:solidFill>
                                  <a:latin typeface="Cambria Math" panose="02040503050406030204" pitchFamily="18" charset="0"/>
                                  <a:ea typeface="MS Mincho" charset="0"/>
                                  <a:cs typeface="Cambria Math" panose="02040503050406030204" pitchFamily="18" charset="0"/>
                                </a:rPr>
                              </m:ctrlPr>
                            </m:sSupPr>
                            <m:e>
                              <m:r>
                                <a:rPr lang="en-US" altLang="zh-CN" sz="2000" i="1">
                                  <a:solidFill>
                                    <a:srgbClr val="000000"/>
                                  </a:solidFill>
                                  <a:latin typeface="Cambria Math" panose="02040503050406030204" pitchFamily="18" charset="0"/>
                                  <a:ea typeface="MS Mincho" charset="0"/>
                                  <a:cs typeface="Cambria Math" panose="02040503050406030204" pitchFamily="18" charset="0"/>
                                </a:rPr>
                                <m:t>𝛽</m:t>
                              </m:r>
                            </m:e>
                            <m:sup>
                              <m:d>
                                <m:dPr>
                                  <m:begChr m:val="|"/>
                                  <m:endChr m:val="|"/>
                                  <m:ctrlPr>
                                    <a:rPr lang="en-US" altLang="zh-CN" sz="2000" i="1">
                                      <a:solidFill>
                                        <a:srgbClr val="000000"/>
                                      </a:solidFill>
                                      <a:latin typeface="Cambria Math" panose="02040503050406030204" pitchFamily="18" charset="0"/>
                                      <a:ea typeface="MS Mincho" charset="0"/>
                                      <a:cs typeface="Cambria Math" panose="02040503050406030204" pitchFamily="18" charset="0"/>
                                    </a:rPr>
                                  </m:ctrlPr>
                                </m:dPr>
                                <m:e>
                                  <m:r>
                                    <a:rPr lang="en-US" altLang="zh-CN" sz="2000" i="1">
                                      <a:solidFill>
                                        <a:srgbClr val="000000"/>
                                      </a:solidFill>
                                      <a:latin typeface="Cambria Math" panose="02040503050406030204" pitchFamily="18" charset="0"/>
                                      <a:ea typeface="MS Mincho" charset="0"/>
                                      <a:cs typeface="Cambria Math" panose="02040503050406030204" pitchFamily="18" charset="0"/>
                                    </a:rPr>
                                    <m:t>𝑛</m:t>
                                  </m:r>
                                </m:e>
                              </m:d>
                            </m:sup>
                          </m:sSup>
                        </m:num>
                        <m:den>
                          <m:r>
                            <a:rPr lang="en-US" altLang="zh-CN" sz="2000" i="1">
                              <a:solidFill>
                                <a:srgbClr val="000000"/>
                              </a:solidFill>
                              <a:latin typeface="Cambria Math" panose="02040503050406030204" pitchFamily="18" charset="0"/>
                              <a:ea typeface="MS Mincho" charset="0"/>
                              <a:cs typeface="Cambria Math" panose="02040503050406030204" pitchFamily="18" charset="0"/>
                            </a:rPr>
                            <m:t>1−</m:t>
                          </m:r>
                          <m:sSup>
                            <m:sSupPr>
                              <m:ctrlPr>
                                <a:rPr lang="en-US" altLang="zh-CN" sz="2000" i="1">
                                  <a:solidFill>
                                    <a:srgbClr val="000000"/>
                                  </a:solidFill>
                                  <a:latin typeface="Cambria Math" panose="02040503050406030204" pitchFamily="18" charset="0"/>
                                  <a:ea typeface="MS Mincho" charset="0"/>
                                  <a:cs typeface="Cambria Math" panose="02040503050406030204" pitchFamily="18" charset="0"/>
                                </a:rPr>
                              </m:ctrlPr>
                            </m:sSupPr>
                            <m:e>
                              <m:r>
                                <a:rPr lang="en-US" altLang="zh-CN" sz="2000" i="1">
                                  <a:solidFill>
                                    <a:srgbClr val="000000"/>
                                  </a:solidFill>
                                  <a:latin typeface="Cambria Math" panose="02040503050406030204" pitchFamily="18" charset="0"/>
                                  <a:ea typeface="MS Mincho" charset="0"/>
                                  <a:cs typeface="Cambria Math" panose="02040503050406030204" pitchFamily="18" charset="0"/>
                                </a:rPr>
                                <m:t>𝛽</m:t>
                              </m:r>
                            </m:e>
                            <m:sup>
                              <m:r>
                                <a:rPr lang="en-US" altLang="zh-CN" sz="2000" i="1">
                                  <a:solidFill>
                                    <a:srgbClr val="000000"/>
                                  </a:solidFill>
                                  <a:latin typeface="Cambria Math" panose="02040503050406030204" pitchFamily="18" charset="0"/>
                                  <a:ea typeface="MS Mincho" charset="0"/>
                                  <a:cs typeface="Cambria Math" panose="02040503050406030204" pitchFamily="18" charset="0"/>
                                </a:rPr>
                                <m:t>2</m:t>
                              </m:r>
                            </m:sup>
                          </m:sSup>
                        </m:den>
                      </m:f>
                    </m:oMath>
                  </m:oMathPara>
                </a14:m>
                <a:endParaRPr lang="en-US" altLang="zh-CN" i="1">
                  <a:solidFill>
                    <a:srgbClr val="000000"/>
                  </a:solidFill>
                  <a:latin typeface="Cambria Math" panose="02040503050406030204" pitchFamily="18" charset="0"/>
                  <a:ea typeface="MS Mincho" charset="0"/>
                  <a:cs typeface="Cambria Math" panose="02040503050406030204" pitchFamily="18" charset="0"/>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612076" y="4546854"/>
                <a:ext cx="1985645" cy="781050"/>
              </a:xfrm>
              <a:prstGeom prst="rect">
                <a:avLst/>
              </a:prstGeom>
              <a:blipFill rotWithShape="1">
                <a:blip r:embed="rId6"/>
                <a:stretch>
                  <a:fillRect l="-29" t="-33" r="29" b="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467931" y="5327904"/>
                <a:ext cx="7985125" cy="97028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i="1">
                              <a:solidFill>
                                <a:srgbClr val="000000"/>
                              </a:solidFill>
                              <a:latin typeface="Cambria Math" panose="02040503050406030204" pitchFamily="18" charset="0"/>
                              <a:cs typeface="Cambria Math" panose="02040503050406030204" pitchFamily="18" charset="0"/>
                            </a:rPr>
                          </m:ctrlPr>
                        </m:sSubPr>
                        <m:e>
                          <m:r>
                            <a:rPr lang="en-US" altLang="zh-CN" sz="2000" i="1">
                              <a:solidFill>
                                <a:srgbClr val="000000"/>
                              </a:solidFill>
                              <a:latin typeface="Cambria Math" panose="02040503050406030204" pitchFamily="18" charset="0"/>
                              <a:cs typeface="Cambria Math" panose="02040503050406030204" pitchFamily="18" charset="0"/>
                            </a:rPr>
                            <m:t>𝑅</m:t>
                          </m:r>
                        </m:e>
                        <m:sub>
                          <m:r>
                            <a:rPr lang="en-US" altLang="zh-CN" sz="2000" i="1">
                              <a:solidFill>
                                <a:srgbClr val="000000"/>
                              </a:solidFill>
                              <a:latin typeface="Cambria Math" panose="02040503050406030204" pitchFamily="18" charset="0"/>
                              <a:cs typeface="Cambria Math" panose="02040503050406030204" pitchFamily="18" charset="0"/>
                            </a:rPr>
                            <m:t>𝑦𝑦</m:t>
                          </m:r>
                        </m:sub>
                      </m:sSub>
                      <m:r>
                        <a:rPr lang="en-US" altLang="zh-CN" sz="2000" i="1">
                          <a:solidFill>
                            <a:srgbClr val="000000"/>
                          </a:solidFill>
                          <a:latin typeface="Cambria Math" panose="02040503050406030204" pitchFamily="18" charset="0"/>
                          <a:cs typeface="Cambria Math" panose="02040503050406030204" pitchFamily="18" charset="0"/>
                        </a:rPr>
                        <m:t>(</m:t>
                      </m:r>
                      <m:r>
                        <a:rPr lang="en-US" altLang="zh-CN" sz="2000" i="1">
                          <a:solidFill>
                            <a:srgbClr val="000000"/>
                          </a:solidFill>
                          <a:latin typeface="Cambria Math" panose="02040503050406030204" pitchFamily="18" charset="0"/>
                          <a:cs typeface="Cambria Math" panose="02040503050406030204" pitchFamily="18" charset="0"/>
                        </a:rPr>
                        <m:t>𝑛</m:t>
                      </m:r>
                      <m:r>
                        <a:rPr lang="en-US" altLang="zh-CN" sz="2000" i="1">
                          <a:solidFill>
                            <a:srgbClr val="000000"/>
                          </a:solidFill>
                          <a:latin typeface="Cambria Math" panose="02040503050406030204" pitchFamily="18" charset="0"/>
                          <a:cs typeface="Cambria Math" panose="02040503050406030204" pitchFamily="18" charset="0"/>
                        </a:rPr>
                        <m:t>)=</m:t>
                      </m:r>
                      <m:sSub>
                        <m:sSubPr>
                          <m:ctrlPr>
                            <a:rPr lang="en-US" altLang="zh-CN" sz="2000" i="1">
                              <a:solidFill>
                                <a:srgbClr val="000000"/>
                              </a:solidFill>
                              <a:latin typeface="Cambria Math" panose="02040503050406030204" pitchFamily="18" charset="0"/>
                              <a:cs typeface="Cambria Math" panose="02040503050406030204" pitchFamily="18" charset="0"/>
                            </a:rPr>
                          </m:ctrlPr>
                        </m:sSubPr>
                        <m:e>
                          <m:r>
                            <a:rPr lang="en-US" altLang="zh-CN" sz="2000" i="1">
                              <a:solidFill>
                                <a:srgbClr val="000000"/>
                              </a:solidFill>
                              <a:latin typeface="Cambria Math" panose="02040503050406030204" pitchFamily="18" charset="0"/>
                              <a:cs typeface="Cambria Math" panose="02040503050406030204" pitchFamily="18" charset="0"/>
                            </a:rPr>
                            <m:t>𝑅</m:t>
                          </m:r>
                        </m:e>
                        <m:sub>
                          <m:r>
                            <a:rPr lang="en-US" altLang="zh-CN" sz="2000" i="1">
                              <a:solidFill>
                                <a:srgbClr val="000000"/>
                              </a:solidFill>
                              <a:latin typeface="Cambria Math" panose="02040503050406030204" pitchFamily="18" charset="0"/>
                              <a:cs typeface="Cambria Math" panose="02040503050406030204" pitchFamily="18" charset="0"/>
                            </a:rPr>
                            <m:t>hh</m:t>
                          </m:r>
                        </m:sub>
                      </m:sSub>
                      <m:r>
                        <a:rPr lang="en-US" altLang="zh-CN" sz="2000" i="1">
                          <a:solidFill>
                            <a:srgbClr val="000000"/>
                          </a:solidFill>
                          <a:latin typeface="Cambria Math" panose="02040503050406030204" pitchFamily="18" charset="0"/>
                          <a:cs typeface="Cambria Math" panose="02040503050406030204" pitchFamily="18" charset="0"/>
                        </a:rPr>
                        <m:t>(</m:t>
                      </m:r>
                      <m:r>
                        <a:rPr lang="en-US" altLang="zh-CN" sz="2000" i="1">
                          <a:solidFill>
                            <a:srgbClr val="000000"/>
                          </a:solidFill>
                          <a:latin typeface="Cambria Math" panose="02040503050406030204" pitchFamily="18" charset="0"/>
                          <a:cs typeface="Cambria Math" panose="02040503050406030204" pitchFamily="18" charset="0"/>
                        </a:rPr>
                        <m:t>𝑛</m:t>
                      </m:r>
                      <m:r>
                        <a:rPr lang="en-US" altLang="zh-CN" sz="2000" i="1">
                          <a:solidFill>
                            <a:srgbClr val="000000"/>
                          </a:solidFill>
                          <a:latin typeface="Cambria Math" panose="02040503050406030204" pitchFamily="18" charset="0"/>
                          <a:cs typeface="Cambria Math" panose="02040503050406030204" pitchFamily="18" charset="0"/>
                        </a:rPr>
                        <m:t>)⊛</m:t>
                      </m:r>
                      <m:sSub>
                        <m:sSubPr>
                          <m:ctrlPr>
                            <a:rPr lang="en-US" altLang="zh-CN" sz="2000" i="1">
                              <a:solidFill>
                                <a:srgbClr val="000000"/>
                              </a:solidFill>
                              <a:latin typeface="Cambria Math" panose="02040503050406030204" pitchFamily="18" charset="0"/>
                              <a:cs typeface="Cambria Math" panose="02040503050406030204" pitchFamily="18" charset="0"/>
                            </a:rPr>
                          </m:ctrlPr>
                        </m:sSubPr>
                        <m:e>
                          <m:r>
                            <a:rPr lang="en-US" altLang="zh-CN" sz="2000" i="1">
                              <a:solidFill>
                                <a:srgbClr val="000000"/>
                              </a:solidFill>
                              <a:latin typeface="Cambria Math" panose="02040503050406030204" pitchFamily="18" charset="0"/>
                              <a:cs typeface="Cambria Math" panose="02040503050406030204" pitchFamily="18" charset="0"/>
                            </a:rPr>
                            <m:t>𝑅</m:t>
                          </m:r>
                        </m:e>
                        <m:sub>
                          <m:r>
                            <a:rPr lang="en-US" altLang="zh-CN" sz="2000" i="1">
                              <a:solidFill>
                                <a:srgbClr val="000000"/>
                              </a:solidFill>
                              <a:latin typeface="Cambria Math" panose="02040503050406030204" pitchFamily="18" charset="0"/>
                              <a:cs typeface="Cambria Math" panose="02040503050406030204" pitchFamily="18" charset="0"/>
                            </a:rPr>
                            <m:t>𝑥𝑥</m:t>
                          </m:r>
                        </m:sub>
                      </m:sSub>
                      <m:r>
                        <a:rPr lang="en-US" altLang="zh-CN" sz="2000" i="1">
                          <a:solidFill>
                            <a:srgbClr val="000000"/>
                          </a:solidFill>
                          <a:latin typeface="Cambria Math" panose="02040503050406030204" pitchFamily="18" charset="0"/>
                          <a:cs typeface="Cambria Math" panose="02040503050406030204" pitchFamily="18" charset="0"/>
                        </a:rPr>
                        <m:t>(</m:t>
                      </m:r>
                      <m:r>
                        <a:rPr lang="en-US" altLang="zh-CN" sz="2000" i="1">
                          <a:solidFill>
                            <a:srgbClr val="000000"/>
                          </a:solidFill>
                          <a:latin typeface="Cambria Math" panose="02040503050406030204" pitchFamily="18" charset="0"/>
                          <a:cs typeface="Cambria Math" panose="02040503050406030204" pitchFamily="18" charset="0"/>
                        </a:rPr>
                        <m:t>𝑛</m:t>
                      </m:r>
                      <m:r>
                        <a:rPr lang="en-US" altLang="zh-CN" sz="2000" i="1">
                          <a:solidFill>
                            <a:srgbClr val="000000"/>
                          </a:solidFill>
                          <a:latin typeface="Cambria Math" panose="02040503050406030204" pitchFamily="18" charset="0"/>
                          <a:cs typeface="Cambria Math" panose="02040503050406030204" pitchFamily="18" charset="0"/>
                        </a:rPr>
                        <m:t>)=</m:t>
                      </m:r>
                      <m:sSub>
                        <m:sSubPr>
                          <m:ctrlPr>
                            <a:rPr lang="en-US" altLang="zh-CN" sz="2000" i="1">
                              <a:solidFill>
                                <a:srgbClr val="000000"/>
                              </a:solidFill>
                              <a:latin typeface="Cambria Math" panose="02040503050406030204" pitchFamily="18" charset="0"/>
                              <a:cs typeface="Cambria Math" panose="02040503050406030204" pitchFamily="18" charset="0"/>
                            </a:rPr>
                          </m:ctrlPr>
                        </m:sSubPr>
                        <m:e>
                          <m:r>
                            <a:rPr lang="en-US" altLang="zh-CN" sz="2000" i="1">
                              <a:solidFill>
                                <a:srgbClr val="000000"/>
                              </a:solidFill>
                              <a:latin typeface="Cambria Math" panose="02040503050406030204" pitchFamily="18" charset="0"/>
                              <a:cs typeface="Cambria Math" panose="02040503050406030204" pitchFamily="18" charset="0"/>
                            </a:rPr>
                            <m:t>𝑅</m:t>
                          </m:r>
                        </m:e>
                        <m:sub>
                          <m:r>
                            <a:rPr lang="en-US" altLang="zh-CN" sz="2000" i="1">
                              <a:solidFill>
                                <a:srgbClr val="000000"/>
                              </a:solidFill>
                              <a:latin typeface="Cambria Math" panose="02040503050406030204" pitchFamily="18" charset="0"/>
                              <a:cs typeface="Cambria Math" panose="02040503050406030204" pitchFamily="18" charset="0"/>
                            </a:rPr>
                            <m:t>hh</m:t>
                          </m:r>
                        </m:sub>
                      </m:sSub>
                      <m:r>
                        <a:rPr lang="en-US" altLang="zh-CN" sz="2000" i="1">
                          <a:solidFill>
                            <a:srgbClr val="000000"/>
                          </a:solidFill>
                          <a:latin typeface="Cambria Math" panose="02040503050406030204" pitchFamily="18" charset="0"/>
                          <a:cs typeface="Cambria Math" panose="02040503050406030204" pitchFamily="18" charset="0"/>
                        </a:rPr>
                        <m:t>(</m:t>
                      </m:r>
                      <m:r>
                        <a:rPr lang="en-US" altLang="zh-CN" sz="2000" i="1">
                          <a:solidFill>
                            <a:srgbClr val="000000"/>
                          </a:solidFill>
                          <a:latin typeface="Cambria Math" panose="02040503050406030204" pitchFamily="18" charset="0"/>
                          <a:cs typeface="Cambria Math" panose="02040503050406030204" pitchFamily="18" charset="0"/>
                        </a:rPr>
                        <m:t>𝑛</m:t>
                      </m:r>
                      <m:r>
                        <a:rPr lang="en-US" altLang="zh-CN" sz="2000" i="1">
                          <a:solidFill>
                            <a:srgbClr val="000000"/>
                          </a:solidFill>
                          <a:latin typeface="Cambria Math" panose="02040503050406030204" pitchFamily="18" charset="0"/>
                          <a:cs typeface="Cambria Math" panose="02040503050406030204" pitchFamily="18" charset="0"/>
                        </a:rPr>
                        <m:t>)+</m:t>
                      </m:r>
                      <m:f>
                        <m:fPr>
                          <m:ctrlPr>
                            <a:rPr lang="en-US" altLang="zh-CN" sz="2000" i="1">
                              <a:solidFill>
                                <a:srgbClr val="000000"/>
                              </a:solidFill>
                              <a:latin typeface="Cambria Math" panose="02040503050406030204" pitchFamily="18" charset="0"/>
                              <a:cs typeface="Cambria Math" panose="02040503050406030204" pitchFamily="18" charset="0"/>
                            </a:rPr>
                          </m:ctrlPr>
                        </m:fPr>
                        <m:num>
                          <m:r>
                            <a:rPr lang="en-US" altLang="zh-CN" sz="2000" i="1">
                              <a:solidFill>
                                <a:srgbClr val="000000"/>
                              </a:solidFill>
                              <a:latin typeface="Cambria Math" panose="02040503050406030204" pitchFamily="18" charset="0"/>
                              <a:cs typeface="Cambria Math" panose="02040503050406030204" pitchFamily="18" charset="0"/>
                            </a:rPr>
                            <m:t>1</m:t>
                          </m:r>
                        </m:num>
                        <m:den>
                          <m:r>
                            <a:rPr lang="en-US" altLang="zh-CN" sz="2000" i="1">
                              <a:solidFill>
                                <a:srgbClr val="000000"/>
                              </a:solidFill>
                              <a:latin typeface="Cambria Math" panose="02040503050406030204" pitchFamily="18" charset="0"/>
                              <a:cs typeface="Cambria Math" panose="02040503050406030204" pitchFamily="18" charset="0"/>
                            </a:rPr>
                            <m:t>2</m:t>
                          </m:r>
                        </m:den>
                      </m:f>
                      <m:sSub>
                        <m:sSubPr>
                          <m:ctrlPr>
                            <a:rPr lang="en-US" altLang="zh-CN" sz="2000" i="1">
                              <a:solidFill>
                                <a:srgbClr val="000000"/>
                              </a:solidFill>
                              <a:latin typeface="Cambria Math" panose="02040503050406030204" pitchFamily="18" charset="0"/>
                              <a:cs typeface="Cambria Math" panose="02040503050406030204" pitchFamily="18" charset="0"/>
                            </a:rPr>
                          </m:ctrlPr>
                        </m:sSubPr>
                        <m:e>
                          <m:r>
                            <a:rPr lang="en-US" altLang="zh-CN" sz="2000" i="1">
                              <a:solidFill>
                                <a:srgbClr val="000000"/>
                              </a:solidFill>
                              <a:latin typeface="Cambria Math" panose="02040503050406030204" pitchFamily="18" charset="0"/>
                              <a:cs typeface="Cambria Math" panose="02040503050406030204" pitchFamily="18" charset="0"/>
                            </a:rPr>
                            <m:t>𝑅</m:t>
                          </m:r>
                        </m:e>
                        <m:sub>
                          <m:r>
                            <a:rPr lang="en-US" altLang="zh-CN" sz="2000" i="1">
                              <a:solidFill>
                                <a:srgbClr val="000000"/>
                              </a:solidFill>
                              <a:latin typeface="Cambria Math" panose="02040503050406030204" pitchFamily="18" charset="0"/>
                              <a:cs typeface="Cambria Math" panose="02040503050406030204" pitchFamily="18" charset="0"/>
                            </a:rPr>
                            <m:t>hh</m:t>
                          </m:r>
                        </m:sub>
                      </m:sSub>
                      <m:r>
                        <a:rPr lang="en-US" altLang="zh-CN" sz="2000" i="1">
                          <a:solidFill>
                            <a:srgbClr val="000000"/>
                          </a:solidFill>
                          <a:latin typeface="Cambria Math" panose="02040503050406030204" pitchFamily="18" charset="0"/>
                          <a:cs typeface="Cambria Math" panose="02040503050406030204" pitchFamily="18" charset="0"/>
                        </a:rPr>
                        <m:t>(</m:t>
                      </m:r>
                      <m:r>
                        <a:rPr lang="en-US" altLang="zh-CN" sz="2000" i="1">
                          <a:solidFill>
                            <a:srgbClr val="000000"/>
                          </a:solidFill>
                          <a:latin typeface="Cambria Math" panose="02040503050406030204" pitchFamily="18" charset="0"/>
                          <a:cs typeface="Cambria Math" panose="02040503050406030204" pitchFamily="18" charset="0"/>
                        </a:rPr>
                        <m:t>𝑛</m:t>
                      </m:r>
                      <m:r>
                        <a:rPr lang="en-US" altLang="zh-CN" sz="2000" i="1">
                          <a:solidFill>
                            <a:srgbClr val="000000"/>
                          </a:solidFill>
                          <a:latin typeface="Cambria Math" panose="02040503050406030204" pitchFamily="18" charset="0"/>
                          <a:cs typeface="Cambria Math" panose="02040503050406030204" pitchFamily="18" charset="0"/>
                        </a:rPr>
                        <m:t>+1)+</m:t>
                      </m:r>
                      <m:f>
                        <m:fPr>
                          <m:ctrlPr>
                            <a:rPr lang="en-US" altLang="zh-CN" sz="2000" i="1">
                              <a:solidFill>
                                <a:srgbClr val="000000"/>
                              </a:solidFill>
                              <a:latin typeface="Cambria Math" panose="02040503050406030204" pitchFamily="18" charset="0"/>
                              <a:cs typeface="Cambria Math" panose="02040503050406030204" pitchFamily="18" charset="0"/>
                            </a:rPr>
                          </m:ctrlPr>
                        </m:fPr>
                        <m:num>
                          <m:r>
                            <a:rPr lang="en-US" altLang="zh-CN" sz="2000" i="1">
                              <a:solidFill>
                                <a:srgbClr val="000000"/>
                              </a:solidFill>
                              <a:latin typeface="Cambria Math" panose="02040503050406030204" pitchFamily="18" charset="0"/>
                              <a:cs typeface="Cambria Math" panose="02040503050406030204" pitchFamily="18" charset="0"/>
                            </a:rPr>
                            <m:t>1</m:t>
                          </m:r>
                        </m:num>
                        <m:den>
                          <m:r>
                            <a:rPr lang="en-US" altLang="zh-CN" sz="2000" i="1">
                              <a:solidFill>
                                <a:srgbClr val="000000"/>
                              </a:solidFill>
                              <a:latin typeface="Cambria Math" panose="02040503050406030204" pitchFamily="18" charset="0"/>
                              <a:cs typeface="Cambria Math" panose="02040503050406030204" pitchFamily="18" charset="0"/>
                            </a:rPr>
                            <m:t>2</m:t>
                          </m:r>
                        </m:den>
                      </m:f>
                      <m:sSub>
                        <m:sSubPr>
                          <m:ctrlPr>
                            <a:rPr lang="en-US" altLang="zh-CN" sz="2000" i="1">
                              <a:solidFill>
                                <a:srgbClr val="000000"/>
                              </a:solidFill>
                              <a:latin typeface="Cambria Math" panose="02040503050406030204" pitchFamily="18" charset="0"/>
                              <a:cs typeface="Cambria Math" panose="02040503050406030204" pitchFamily="18" charset="0"/>
                            </a:rPr>
                          </m:ctrlPr>
                        </m:sSubPr>
                        <m:e>
                          <m:r>
                            <a:rPr lang="en-US" altLang="zh-CN" sz="2000" i="1">
                              <a:solidFill>
                                <a:srgbClr val="000000"/>
                              </a:solidFill>
                              <a:latin typeface="Cambria Math" panose="02040503050406030204" pitchFamily="18" charset="0"/>
                              <a:cs typeface="Cambria Math" panose="02040503050406030204" pitchFamily="18" charset="0"/>
                            </a:rPr>
                            <m:t>𝑅</m:t>
                          </m:r>
                        </m:e>
                        <m:sub>
                          <m:r>
                            <a:rPr lang="en-US" altLang="zh-CN" sz="2000" i="1">
                              <a:solidFill>
                                <a:srgbClr val="000000"/>
                              </a:solidFill>
                              <a:latin typeface="Cambria Math" panose="02040503050406030204" pitchFamily="18" charset="0"/>
                              <a:cs typeface="Cambria Math" panose="02040503050406030204" pitchFamily="18" charset="0"/>
                            </a:rPr>
                            <m:t>hh</m:t>
                          </m:r>
                        </m:sub>
                      </m:sSub>
                      <m:r>
                        <a:rPr lang="en-US" altLang="zh-CN" sz="2000" i="1">
                          <a:solidFill>
                            <a:srgbClr val="000000"/>
                          </a:solidFill>
                          <a:latin typeface="Cambria Math" panose="02040503050406030204" pitchFamily="18" charset="0"/>
                          <a:cs typeface="Cambria Math" panose="02040503050406030204" pitchFamily="18" charset="0"/>
                        </a:rPr>
                        <m:t>(</m:t>
                      </m:r>
                      <m:r>
                        <a:rPr lang="en-US" altLang="zh-CN" sz="2000" i="1">
                          <a:solidFill>
                            <a:srgbClr val="000000"/>
                          </a:solidFill>
                          <a:latin typeface="Cambria Math" panose="02040503050406030204" pitchFamily="18" charset="0"/>
                          <a:cs typeface="Cambria Math" panose="02040503050406030204" pitchFamily="18" charset="0"/>
                        </a:rPr>
                        <m:t>𝑛</m:t>
                      </m:r>
                      <m:r>
                        <a:rPr lang="en-US" altLang="zh-CN" sz="2000" i="1">
                          <a:solidFill>
                            <a:srgbClr val="000000"/>
                          </a:solidFill>
                          <a:latin typeface="Cambria Math" panose="02040503050406030204" pitchFamily="18" charset="0"/>
                          <a:cs typeface="Cambria Math" panose="02040503050406030204" pitchFamily="18" charset="0"/>
                        </a:rPr>
                        <m:t>−1)</m:t>
                      </m:r>
                    </m:oMath>
                  </m:oMathPara>
                </a14:m>
                <a:endParaRPr lang="zh-CN" altLang="en-US" sz="2000"/>
              </a:p>
              <a:p>
                <a:pPr algn="l"/>
                <a:endParaRPr lang="zh-CN" altLang="en-US" sz="2000"/>
              </a:p>
            </p:txBody>
          </p:sp>
        </mc:Choice>
        <mc:Fallback xmlns="">
          <p:sp>
            <p:nvSpPr>
              <p:cNvPr id="14" name="文本框 13"/>
              <p:cNvSpPr txBox="1">
                <a:spLocks noRot="1" noChangeAspect="1" noMove="1" noResize="1" noEditPoints="1" noAdjustHandles="1" noChangeArrowheads="1" noChangeShapeType="1" noTextEdit="1"/>
              </p:cNvSpPr>
              <p:nvPr/>
            </p:nvSpPr>
            <p:spPr>
              <a:xfrm>
                <a:off x="467931" y="5327904"/>
                <a:ext cx="7985125" cy="970280"/>
              </a:xfrm>
              <a:prstGeom prst="rect">
                <a:avLst/>
              </a:prstGeom>
              <a:blipFill rotWithShape="1">
                <a:blip r:embed="rId7"/>
                <a:stretch>
                  <a:fillRect l="-7" t="-26" r="7" b="26"/>
                </a:stretch>
              </a:blipFill>
            </p:spPr>
            <p:txBody>
              <a:bodyPr/>
              <a:lstStyle/>
              <a:p>
                <a:r>
                  <a:rPr lang="zh-CN" altLang="en-US">
                    <a:noFill/>
                  </a:rPr>
                  <a:t> </a:t>
                </a:r>
              </a:p>
            </p:txBody>
          </p:sp>
        </mc:Fallback>
      </mc:AlternateContent>
      <p:sp>
        <p:nvSpPr>
          <p:cNvPr id="15" name="文本框 14"/>
          <p:cNvSpPr txBox="1"/>
          <p:nvPr/>
        </p:nvSpPr>
        <p:spPr>
          <a:xfrm>
            <a:off x="467995" y="3201670"/>
            <a:ext cx="1297940" cy="460375"/>
          </a:xfrm>
          <a:prstGeom prst="rect">
            <a:avLst/>
          </a:prstGeom>
          <a:noFill/>
        </p:spPr>
        <p:txBody>
          <a:bodyPr wrap="square" rtlCol="0">
            <a:spAutoFit/>
          </a:bodyPr>
          <a:lstStyle/>
          <a:p>
            <a:r>
              <a:rPr lang="zh-CN" altLang="en-US" sz="2400" b="1">
                <a:solidFill>
                  <a:srgbClr val="000000"/>
                </a:solidFill>
                <a:latin typeface="微软雅黑" panose="020B0503020204020204" pitchFamily="34" charset="-122"/>
                <a:ea typeface="微软雅黑" panose="020B0503020204020204" pitchFamily="34" charset="-122"/>
              </a:rPr>
              <a:t>解：</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p:cNvSpPr>
          <p:nvPr>
            <p:ph type="ctrTitle"/>
          </p:nvPr>
        </p:nvSpPr>
        <p:spPr>
          <a:xfrm>
            <a:off x="539750" y="2286000"/>
            <a:ext cx="7772400" cy="1143000"/>
          </a:xfrm>
        </p:spPr>
        <p:txBody>
          <a:bodyPr vert="horz" wrap="square" lIns="91440" tIns="45720" rIns="91440" bIns="45720" anchor="ctr" anchorCtr="0"/>
          <a:lstStyle/>
          <a:p>
            <a:pPr eaLnBrk="1" hangingPunct="1">
              <a:buClrTx/>
              <a:buSzTx/>
              <a:buFontTx/>
            </a:pPr>
            <a:r>
              <a:rPr lang="zh-CN" altLang="en-US" sz="6000" dirty="0">
                <a:solidFill>
                  <a:srgbClr val="0000FF"/>
                </a:solidFill>
                <a:latin typeface="Times New Roman" panose="02020603050405020304" pitchFamily="18" charset="0"/>
                <a:ea typeface="黑体" panose="02010609060101010101" pitchFamily="49" charset="-122"/>
                <a:cs typeface="+mj-cs"/>
              </a:rPr>
              <a:t>本章结束</a:t>
            </a:r>
          </a:p>
        </p:txBody>
      </p:sp>
      <p:sp>
        <p:nvSpPr>
          <p:cNvPr id="59395" name="Rectangle 3"/>
          <p:cNvSpPr>
            <a:spLocks noGrp="1" noRot="1"/>
          </p:cNvSpPr>
          <p:nvPr>
            <p:ph type="subTitle" idx="1"/>
          </p:nvPr>
        </p:nvSpPr>
        <p:spPr>
          <a:xfrm>
            <a:off x="1371600" y="3573463"/>
            <a:ext cx="6400800" cy="1752600"/>
          </a:xfrm>
        </p:spPr>
        <p:txBody>
          <a:bodyPr vert="horz" wrap="square" lIns="91440" tIns="45720" rIns="91440" bIns="45720" anchor="t" anchorCtr="0"/>
          <a:lstStyle/>
          <a:p>
            <a:pPr eaLnBrk="1" hangingPunct="1">
              <a:buSzPct val="75000"/>
            </a:pPr>
            <a:r>
              <a:rPr lang="zh-CN" altLang="en-US" sz="4000" b="1" dirty="0">
                <a:solidFill>
                  <a:srgbClr val="0000FF"/>
                </a:solidFill>
                <a:latin typeface="Times New Roman" panose="02020603050405020304" pitchFamily="18" charset="0"/>
                <a:ea typeface="黑体" panose="02010609060101010101" pitchFamily="49" charset="-122"/>
                <a:cs typeface="+mn-cs"/>
              </a:rPr>
              <a:t>谢谢大家！</a:t>
            </a:r>
          </a:p>
        </p:txBody>
      </p:sp>
      <p:sp>
        <p:nvSpPr>
          <p:cNvPr id="59396"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t>49</a:t>
            </a:fld>
            <a:endParaRPr lang="zh-CN" altLang="en-US" sz="14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f8bc719-7f29-469b-adfe-3f95a376e587"/>
  <p:tag name="COMMONDATA" val="eyJoZGlkIjoiYWJmNTAxYTA0NTllZTU0OWY5NWY0MWNlMzBjNGU2OTYifQ=="/>
</p:tagLst>
</file>

<file path=ppt/theme/theme1.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CDESIGNL</Template>
  <TotalTime>173</TotalTime>
  <Words>2084</Words>
  <Application>Microsoft Office PowerPoint</Application>
  <PresentationFormat>全屏显示(4:3)</PresentationFormat>
  <Paragraphs>360</Paragraphs>
  <Slides>49</Slides>
  <Notes>2</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3</vt:i4>
      </vt:variant>
      <vt:variant>
        <vt:lpstr>幻灯片标题</vt:lpstr>
      </vt:variant>
      <vt:variant>
        <vt:i4>49</vt:i4>
      </vt:variant>
    </vt:vector>
  </HeadingPairs>
  <TitlesOfParts>
    <vt:vector size="60" baseType="lpstr">
      <vt:lpstr>宋体</vt:lpstr>
      <vt:lpstr>微软雅黑</vt:lpstr>
      <vt:lpstr>Arial</vt:lpstr>
      <vt:lpstr>Cambria Math</vt:lpstr>
      <vt:lpstr>Times New Roman</vt:lpstr>
      <vt:lpstr>Wingdings</vt:lpstr>
      <vt:lpstr>诗情画意</vt:lpstr>
      <vt:lpstr>1_诗情画意</vt:lpstr>
      <vt:lpstr>Equation.DSMT4</vt:lpstr>
      <vt:lpstr>Equation.3</vt:lpstr>
      <vt:lpstr>Bitmap Image</vt:lpstr>
      <vt:lpstr>第五章  离散时间随机信号 </vt:lpstr>
      <vt:lpstr>作业</vt:lpstr>
      <vt:lpstr>主要内容：</vt:lpstr>
      <vt:lpstr>§5.1  引言（Introduction）</vt:lpstr>
      <vt:lpstr>PowerPoint 演示文稿</vt:lpstr>
      <vt:lpstr>PowerPoint 演示文稿</vt:lpstr>
      <vt:lpstr>§5.3离散随机过程(The Discrete Random Process) </vt:lpstr>
      <vt:lpstr>PowerPoint 演示文稿</vt:lpstr>
      <vt:lpstr>PowerPoint 演示文稿</vt:lpstr>
      <vt:lpstr>PowerPoint 演示文稿</vt:lpstr>
      <vt:lpstr>PowerPoint 演示文稿</vt:lpstr>
      <vt:lpstr>PowerPoint 演示文稿</vt:lpstr>
      <vt:lpstr>PowerPoint 演示文稿</vt:lpstr>
      <vt:lpstr>§5.4  时间平均(Time-mean)</vt:lpstr>
      <vt:lpstr>PowerPoint 演示文稿</vt:lpstr>
      <vt:lpstr>PowerPoint 演示文稿</vt:lpstr>
      <vt:lpstr>PowerPoint 演示文稿</vt:lpstr>
      <vt:lpstr>PowerPoint 演示文稿</vt:lpstr>
      <vt:lpstr>PowerPoint 演示文稿</vt:lpstr>
      <vt:lpstr>PowerPoint 演示文稿</vt:lpstr>
      <vt:lpstr>自相关序列、自协方差序列与均值、均方值、方差的关系：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§5.7  离散随机信号通过线性非移变系统     (The Discrete Random Signal through the Linear Shift-invariant  System)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本章结束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HuSt-JxL-PC</cp:lastModifiedBy>
  <cp:revision>190</cp:revision>
  <dcterms:created xsi:type="dcterms:W3CDTF">2022-10-31T10:50:00Z</dcterms:created>
  <dcterms:modified xsi:type="dcterms:W3CDTF">2025-11-03T23:57:43Z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B51B4A2181ED440BB769DE27606E2ED3_13</vt:lpwstr>
  </property>
  <property fmtid="{D5CDD505-2E9C-101B-9397-08002B2CF9AE}" pid="3" name="KSOProductBuildVer">
    <vt:lpwstr>2052-12.1.0.18345</vt:lpwstr>
  </property>
</Properties>
</file>